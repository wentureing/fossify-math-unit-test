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7"/>
  </p:notesMasterIdLst>
  <p:sldIdLst>
    <p:sldId id="409" r:id="rId4"/>
    <p:sldId id="410" r:id="rId5"/>
    <p:sldId id="411" r:id="rId6"/>
    <p:sldId id="413" r:id="rId8"/>
    <p:sldId id="435" r:id="rId9"/>
    <p:sldId id="436" r:id="rId10"/>
    <p:sldId id="445" r:id="rId11"/>
    <p:sldId id="446" r:id="rId12"/>
    <p:sldId id="422" r:id="rId13"/>
    <p:sldId id="437" r:id="rId14"/>
    <p:sldId id="415" r:id="rId15"/>
    <p:sldId id="439" r:id="rId16"/>
    <p:sldId id="438" r:id="rId17"/>
    <p:sldId id="440" r:id="rId18"/>
    <p:sldId id="419" r:id="rId19"/>
    <p:sldId id="441" r:id="rId20"/>
    <p:sldId id="442" r:id="rId21"/>
    <p:sldId id="423" r:id="rId22"/>
    <p:sldId id="443" r:id="rId23"/>
    <p:sldId id="444" r:id="rId24"/>
    <p:sldId id="420" r:id="rId25"/>
    <p:sldId id="417" r:id="rId26"/>
    <p:sldId id="421" r:id="rId27"/>
    <p:sldId id="418" r:id="rId28"/>
    <p:sldId id="416" r:id="rId29"/>
    <p:sldId id="424" r:id="rId30"/>
    <p:sldId id="425" r:id="rId31"/>
    <p:sldId id="426" r:id="rId32"/>
    <p:sldId id="434" r:id="rId33"/>
    <p:sldId id="427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568F"/>
    <a:srgbClr val="1C4F9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6331" autoAdjust="0"/>
  </p:normalViewPr>
  <p:slideViewPr>
    <p:cSldViewPr snapToGrid="0" showGuides="1">
      <p:cViewPr>
        <p:scale>
          <a:sx n="90" d="100"/>
          <a:sy n="90" d="100"/>
        </p:scale>
        <p:origin x="1458" y="600"/>
      </p:cViewPr>
      <p:guideLst>
        <p:guide orient="horz" pos="2120"/>
        <p:guide pos="382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1FE51-56ED-4F3D-BD18-3CBE1697EF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CBE89-2C87-4B32-9C74-6BFC6C9858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BE89-2C87-4B32-9C74-6BFC6C9858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/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http://www.1ppt.com/xiazai/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advTm="2000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image" Target="../media/image11.jpe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8255"/>
            <a:ext cx="12263120" cy="6936105"/>
            <a:chOff x="0" y="-13"/>
            <a:chExt cx="19312" cy="10923"/>
          </a:xfrm>
        </p:grpSpPr>
        <p:sp>
          <p:nvSpPr>
            <p:cNvPr id="2050" name="等腰三角形 6"/>
            <p:cNvSpPr>
              <a:spLocks noChangeArrowheads="1"/>
            </p:cNvSpPr>
            <p:nvPr/>
          </p:nvSpPr>
          <p:spPr bwMode="auto">
            <a:xfrm rot="16200000">
              <a:off x="11492" y="2837"/>
              <a:ext cx="10314" cy="5077"/>
            </a:xfrm>
            <a:prstGeom prst="triangle">
              <a:avLst>
                <a:gd name="adj" fmla="val 50000"/>
              </a:avLst>
            </a:prstGeom>
            <a:solidFill>
              <a:srgbClr val="1C4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anose="020B060402020209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053" name="直接连接符 15"/>
            <p:cNvSpPr>
              <a:spLocks noChangeAspect="1" noChangeShapeType="1"/>
            </p:cNvSpPr>
            <p:nvPr/>
          </p:nvSpPr>
          <p:spPr bwMode="auto">
            <a:xfrm flipH="1">
              <a:off x="14531" y="535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" name="直接连接符 16"/>
            <p:cNvSpPr>
              <a:spLocks noChangeAspect="1" noChangeShapeType="1"/>
            </p:cNvSpPr>
            <p:nvPr/>
          </p:nvSpPr>
          <p:spPr bwMode="auto">
            <a:xfrm>
              <a:off x="14545" y="5382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直接连接符 22"/>
            <p:cNvSpPr>
              <a:spLocks noChangeAspect="1" noChangeShapeType="1"/>
            </p:cNvSpPr>
            <p:nvPr/>
          </p:nvSpPr>
          <p:spPr bwMode="auto">
            <a:xfrm rot="16200000" flipH="1">
              <a:off x="8327" y="-54"/>
              <a:ext cx="5385" cy="5468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直接连接符 23"/>
            <p:cNvSpPr>
              <a:spLocks noChangeAspect="1" noChangeShapeType="1"/>
            </p:cNvSpPr>
            <p:nvPr/>
          </p:nvSpPr>
          <p:spPr bwMode="auto">
            <a:xfrm rot="16200000" flipH="1">
              <a:off x="8038" y="-53"/>
              <a:ext cx="5383" cy="5470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直接连接符 24"/>
            <p:cNvSpPr>
              <a:spLocks noChangeAspect="1" noChangeShapeType="1"/>
            </p:cNvSpPr>
            <p:nvPr/>
          </p:nvSpPr>
          <p:spPr bwMode="auto">
            <a:xfrm rot="5400000">
              <a:off x="8166" y="5328"/>
              <a:ext cx="5539" cy="5625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直接连接符 25"/>
            <p:cNvSpPr>
              <a:spLocks noChangeAspect="1" noChangeShapeType="1"/>
            </p:cNvSpPr>
            <p:nvPr/>
          </p:nvSpPr>
          <p:spPr bwMode="auto">
            <a:xfrm rot="5400000">
              <a:off x="7933" y="5328"/>
              <a:ext cx="5500" cy="5588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" name="图片 3" descr="千库网_大学校园教室_摄影图编号49875"/>
            <p:cNvPicPr>
              <a:picLocks noChangeAspect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>
            <a:xfrm>
              <a:off x="8876" y="5560"/>
              <a:ext cx="10306" cy="5243"/>
            </a:xfrm>
            <a:prstGeom prst="triangle">
              <a:avLst>
                <a:gd name="adj" fmla="val 50005"/>
              </a:avLst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>
            <a:xfrm flipV="1">
              <a:off x="8675" y="0"/>
              <a:ext cx="10531" cy="5370"/>
            </a:xfrm>
            <a:prstGeom prst="triangle">
              <a:avLst>
                <a:gd name="adj" fmla="val 50356"/>
              </a:avLst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242" y="878"/>
              <a:ext cx="823" cy="823"/>
              <a:chOff x="1302" y="998"/>
              <a:chExt cx="1982" cy="1982"/>
            </a:xfrm>
          </p:grpSpPr>
          <p:sp>
            <p:nvSpPr>
              <p:cNvPr id="9" name="Oval 2287"/>
              <p:cNvSpPr/>
              <p:nvPr/>
            </p:nvSpPr>
            <p:spPr>
              <a:xfrm>
                <a:off x="1302" y="998"/>
                <a:ext cx="1982" cy="19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sp>
            <p:nvSpPr>
              <p:cNvPr id="25" name="Oval 2287"/>
              <p:cNvSpPr/>
              <p:nvPr/>
            </p:nvSpPr>
            <p:spPr>
              <a:xfrm>
                <a:off x="1435" y="1130"/>
                <a:ext cx="1717" cy="1717"/>
              </a:xfrm>
              <a:prstGeom prst="ellipse">
                <a:avLst/>
              </a:prstGeom>
              <a:solidFill>
                <a:srgbClr val="1C4F90"/>
              </a:soli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pic>
            <p:nvPicPr>
              <p:cNvPr id="10" name="图片 9" descr="343435383036383b343533323532303bb1cfd2b5d4bad0a3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29" y="1449"/>
                <a:ext cx="1050" cy="1050"/>
              </a:xfrm>
              <a:prstGeom prst="rect">
                <a:avLst/>
              </a:prstGeom>
            </p:spPr>
          </p:pic>
        </p:grpSp>
        <p:grpSp>
          <p:nvGrpSpPr>
            <p:cNvPr id="13" name="组合 12"/>
            <p:cNvGrpSpPr/>
            <p:nvPr/>
          </p:nvGrpSpPr>
          <p:grpSpPr>
            <a:xfrm>
              <a:off x="1002" y="2445"/>
              <a:ext cx="10069" cy="4670"/>
              <a:chOff x="982" y="2506"/>
              <a:chExt cx="10069" cy="4670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982" y="2506"/>
                <a:ext cx="8633" cy="3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移动应用测试</a:t>
                </a:r>
                <a:endParaRPr lang="en-US" altLang="zh-CN" sz="6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  <a:p>
                <a:pPr algn="l"/>
                <a:r>
                  <a:rPr lang="en-US" altLang="zh-CN" sz="6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Fossify Calculator-Test</a:t>
                </a:r>
                <a:endParaRPr lang="en-US" altLang="zh-CN" sz="6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8" name="文本框 27"/>
              <p:cNvSpPr txBox="1"/>
              <p:nvPr userDrawn="1"/>
            </p:nvSpPr>
            <p:spPr>
              <a:xfrm>
                <a:off x="1162" y="5477"/>
                <a:ext cx="9889" cy="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endPara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29" name="文本框 28"/>
              <p:cNvSpPr txBox="1"/>
              <p:nvPr userDrawn="1"/>
            </p:nvSpPr>
            <p:spPr>
              <a:xfrm>
                <a:off x="1320" y="6168"/>
                <a:ext cx="5269" cy="1008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noAutofit/>
              </a:bodyPr>
              <a:lstStyle/>
              <a:p>
                <a:pPr algn="dist"/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211" y="1048"/>
              <a:ext cx="286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大连理工大</a:t>
              </a:r>
              <a:r>
                <a:rPr lang="zh-CN" altLang="en-US" sz="1400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学</a:t>
              </a:r>
              <a:endParaRPr lang="zh-CN" altLang="en-US" sz="1400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>
              <a:off x="0" y="9777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/>
          </p:nvSpPr>
          <p:spPr>
            <a:xfrm flipV="1">
              <a:off x="0" y="-12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993" y="1620"/>
              <a:ext cx="1163" cy="751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2">
                      <a:lumMod val="85000"/>
                      <a:alpha val="12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REPLY TO REPORT</a:t>
              </a:r>
              <a:endParaRPr lang="zh-CN" altLang="en-US" sz="3600" dirty="0">
                <a:solidFill>
                  <a:schemeClr val="bg2">
                    <a:lumMod val="85000"/>
                    <a:alpha val="12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12825" y="3997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/>
                </a:solidFill>
                <a:effectLst/>
              </a:rPr>
              <a:t>答辩人</a:t>
            </a:r>
            <a:endParaRPr lang="zh-CN" altLang="en-US">
              <a:solidFill>
                <a:schemeClr val="bg2"/>
              </a:solidFill>
              <a:effectLst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23595" y="4580255"/>
            <a:ext cx="3345815" cy="640080"/>
          </a:xfrm>
          <a:prstGeom prst="roundRect">
            <a:avLst/>
          </a:prstGeom>
          <a:solidFill>
            <a:srgbClr val="1C4F90"/>
          </a:solidFill>
        </p:spPr>
        <p:txBody>
          <a:bodyPr wrap="square" rtlCol="0">
            <a:noAutofit/>
          </a:bodyPr>
          <a:lstStyle/>
          <a:p>
            <a:pPr algn="dist"/>
            <a:endParaRPr lang="zh-CN" altLang="en-US" sz="14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宋体" panose="02020400000000000000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823595" y="5282565"/>
            <a:ext cx="3345815" cy="640080"/>
          </a:xfrm>
          <a:prstGeom prst="roundRect">
            <a:avLst/>
          </a:prstGeom>
          <a:solidFill>
            <a:srgbClr val="1C4F90"/>
          </a:solidFill>
        </p:spPr>
        <p:txBody>
          <a:bodyPr wrap="square" rtlCol="0">
            <a:noAutofit/>
          </a:bodyPr>
          <a:lstStyle/>
          <a:p>
            <a:pPr algn="dist"/>
            <a:endParaRPr lang="zh-CN" altLang="en-US" sz="14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宋体" panose="0202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12825" y="4749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/>
                </a:solidFill>
                <a:effectLst/>
              </a:rPr>
              <a:t>课程</a:t>
            </a:r>
            <a:endParaRPr lang="zh-CN" altLang="en-US">
              <a:solidFill>
                <a:schemeClr val="bg2"/>
              </a:solidFill>
              <a:effectLst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12825" y="5411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/>
                </a:solidFill>
                <a:effectLst/>
              </a:rPr>
              <a:t>指导老师</a:t>
            </a:r>
            <a:endParaRPr lang="zh-CN" altLang="en-US">
              <a:solidFill>
                <a:schemeClr val="bg2"/>
              </a:solidFill>
              <a:effectLst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823595" y="6040755"/>
            <a:ext cx="3345815" cy="640080"/>
          </a:xfrm>
          <a:prstGeom prst="roundRect">
            <a:avLst/>
          </a:prstGeom>
          <a:solidFill>
            <a:srgbClr val="1C4F90"/>
          </a:solidFill>
        </p:spPr>
        <p:txBody>
          <a:bodyPr wrap="square" rtlCol="0">
            <a:noAutofit/>
          </a:bodyPr>
          <a:lstStyle/>
          <a:p>
            <a:pPr algn="dist"/>
            <a:endParaRPr lang="zh-CN" altLang="en-US" sz="14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宋体" panose="020204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94105" y="6177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/>
                </a:solidFill>
                <a:effectLst/>
              </a:rPr>
              <a:t>日期</a:t>
            </a:r>
            <a:r>
              <a:rPr lang="en-US" altLang="zh-CN">
                <a:solidFill>
                  <a:schemeClr val="bg2"/>
                </a:solidFill>
                <a:effectLst/>
              </a:rPr>
              <a:t>：</a:t>
            </a:r>
            <a:endParaRPr lang="en-US" altLang="zh-CN">
              <a:solidFill>
                <a:schemeClr val="bg2"/>
              </a:solidFill>
              <a:effectLst/>
            </a:endParaRPr>
          </a:p>
        </p:txBody>
      </p:sp>
    </p:spTree>
    <p:custDataLst>
      <p:tags r:id="rId5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136525" y="118110"/>
            <a:ext cx="12555855" cy="6739890"/>
            <a:chOff x="-215" y="186"/>
            <a:chExt cx="19773" cy="10614"/>
          </a:xfrm>
        </p:grpSpPr>
        <p:sp>
          <p:nvSpPr>
            <p:cNvPr id="15" name="文本框 14"/>
            <p:cNvSpPr txBox="1"/>
            <p:nvPr/>
          </p:nvSpPr>
          <p:spPr>
            <a:xfrm>
              <a:off x="1534" y="1395"/>
              <a:ext cx="442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8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目录标题</a:t>
              </a:r>
              <a:endParaRPr lang="zh-CN" altLang="en-US" sz="48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49" y="2570"/>
              <a:ext cx="40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DIRECTORY TITLE</a:t>
              </a:r>
              <a:endParaRPr lang="zh-CN" altLang="en-US" sz="14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4" name="矩形: 圆角 73"/>
            <p:cNvSpPr/>
            <p:nvPr/>
          </p:nvSpPr>
          <p:spPr>
            <a:xfrm>
              <a:off x="1848" y="3856"/>
              <a:ext cx="3677" cy="4749"/>
            </a:xfrm>
            <a:prstGeom prst="roundRect">
              <a:avLst>
                <a:gd name="adj" fmla="val 27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/>
            <p:cNvSpPr/>
            <p:nvPr/>
          </p:nvSpPr>
          <p:spPr>
            <a:xfrm>
              <a:off x="6103" y="3856"/>
              <a:ext cx="3677" cy="4749"/>
            </a:xfrm>
            <a:prstGeom prst="roundRect">
              <a:avLst>
                <a:gd name="adj" fmla="val 27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6" name="矩形: 圆角 75"/>
            <p:cNvSpPr/>
            <p:nvPr/>
          </p:nvSpPr>
          <p:spPr>
            <a:xfrm>
              <a:off x="10357" y="3856"/>
              <a:ext cx="3677" cy="4749"/>
            </a:xfrm>
            <a:prstGeom prst="roundRect">
              <a:avLst>
                <a:gd name="adj" fmla="val 27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7" name="矩形: 圆角 76"/>
            <p:cNvSpPr/>
            <p:nvPr/>
          </p:nvSpPr>
          <p:spPr>
            <a:xfrm>
              <a:off x="14612" y="3856"/>
              <a:ext cx="3677" cy="4749"/>
            </a:xfrm>
            <a:prstGeom prst="roundRect">
              <a:avLst>
                <a:gd name="adj" fmla="val 27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1848" y="4407"/>
              <a:ext cx="3692" cy="815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haroni" panose="02010803020104030203" pitchFamily="2" charset="-79"/>
                </a:rPr>
                <a:t>PART 01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Aharoni" panose="02010803020104030203" pitchFamily="2" charset="-79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103" y="4407"/>
              <a:ext cx="3692" cy="815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haroni" panose="02010803020104030203" pitchFamily="2" charset="-79"/>
                  <a:sym typeface="+mn-ea"/>
                </a:rPr>
                <a:t>PART 02</a:t>
              </a:r>
              <a:endParaRPr lang="en-US" altLang="zh-CN" sz="2000" b="1" dirty="0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haroni" panose="02010803020104030203" pitchFamily="2" charset="-79"/>
                <a:sym typeface="+mn-ea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10358" y="4407"/>
              <a:ext cx="3692" cy="815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haroni" panose="02010803020104030203" pitchFamily="2" charset="-79"/>
                  <a:sym typeface="+mn-ea"/>
                </a:rPr>
                <a:t>PART 03</a:t>
              </a:r>
              <a:endParaRPr lang="en-US" altLang="zh-CN" sz="2000" b="1" dirty="0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haroni" panose="02010803020104030203" pitchFamily="2" charset="-79"/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14612" y="4407"/>
              <a:ext cx="3692" cy="815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haroni" panose="02010803020104030203" pitchFamily="2" charset="-79"/>
                  <a:sym typeface="+mn-ea"/>
                </a:rPr>
                <a:t>PART 04</a:t>
              </a:r>
              <a:endParaRPr lang="en-US" altLang="zh-CN" sz="2000" b="1" dirty="0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haroni" panose="02010803020104030203" pitchFamily="2" charset="-79"/>
                <a:sym typeface="+mn-ea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931" y="5572"/>
              <a:ext cx="3334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1.</a:t>
              </a:r>
              <a:r>
                <a:rPr lang="zh-CN" altLang="en-US" sz="3200" b="1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项目</a:t>
              </a:r>
              <a:r>
                <a:rPr lang="zh-CN" altLang="en-US" sz="3200" b="1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背景</a:t>
              </a:r>
              <a:endParaRPr lang="zh-CN" altLang="en-US" sz="3200" b="1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901" y="6513"/>
              <a:ext cx="3586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262" y="5222"/>
              <a:ext cx="3334" cy="1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2.</a:t>
              </a:r>
              <a:r>
                <a:rPr lang="zh-CN" altLang="en-US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单元测试</a:t>
              </a:r>
              <a:endParaRPr lang="zh-CN" altLang="en-US" sz="32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  <a:p>
              <a:pPr algn="l"/>
              <a:r>
                <a:rPr lang="zh-CN" altLang="en-US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集成测试</a:t>
              </a:r>
              <a:endParaRPr lang="zh-CN" altLang="en-US" sz="32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6179" y="6618"/>
              <a:ext cx="3586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defRPr>
              </a:lvl1pPr>
            </a:lstStyle>
            <a:p>
              <a:endParaRPr lang="en-US" altLang="zh-CN" dirty="0">
                <a:sym typeface="+mn-ea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80" y="5572"/>
              <a:ext cx="3334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3.</a:t>
              </a:r>
              <a:r>
                <a:rPr lang="zh-CN" altLang="en-US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测试要求</a:t>
              </a:r>
              <a:endParaRPr lang="zh-CN" altLang="en-US" sz="32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372" y="6513"/>
              <a:ext cx="3586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defRPr>
              </a:lvl1pPr>
            </a:lstStyle>
            <a:p>
              <a:endParaRPr lang="en-US" altLang="zh-CN" dirty="0">
                <a:sym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4771" y="5572"/>
              <a:ext cx="3334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4.</a:t>
              </a:r>
              <a:r>
                <a:rPr lang="zh-CN" altLang="en-US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性能测试</a:t>
              </a:r>
              <a:endParaRPr lang="zh-CN" altLang="en-US" sz="32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626" y="6513"/>
              <a:ext cx="3586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defRPr>
              </a:lvl1pPr>
            </a:lstStyle>
            <a:p>
              <a:endParaRPr lang="en-US" altLang="zh-CN" dirty="0">
                <a:sym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 flipH="1" flipV="1">
              <a:off x="16994" y="8578"/>
              <a:ext cx="2564" cy="2222"/>
              <a:chOff x="-249" y="-12"/>
              <a:chExt cx="1780" cy="1542"/>
            </a:xfrm>
          </p:grpSpPr>
          <p:sp>
            <p:nvSpPr>
              <p:cNvPr id="4" name="直角三角形 3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直角三角形 4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-215" y="186"/>
              <a:ext cx="2564" cy="2222"/>
              <a:chOff x="-249" y="-12"/>
              <a:chExt cx="1780" cy="1542"/>
            </a:xfrm>
          </p:grpSpPr>
          <p:sp>
            <p:nvSpPr>
              <p:cNvPr id="8" name="直角三角形 7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0" y="16363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</a:rPr>
              <a:t>http://www.1ppt.com/xiazai/</a:t>
            </a:r>
            <a:endParaRPr lang="en-US" altLang="zh-CN" sz="100" dirty="0">
              <a:noFill/>
              <a:latin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1246505" y="-1269365"/>
            <a:ext cx="4191000" cy="2555240"/>
            <a:chOff x="-1277" y="-1319"/>
            <a:chExt cx="4304" cy="2624"/>
          </a:xfrm>
        </p:grpSpPr>
        <p:sp>
          <p:nvSpPr>
            <p:cNvPr id="3" name="直角三角形 2"/>
            <p:cNvSpPr/>
            <p:nvPr/>
          </p:nvSpPr>
          <p:spPr>
            <a:xfrm rot="2700000" flipH="1">
              <a:off x="-1277" y="-1319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30" name="直角三角形 29"/>
            <p:cNvSpPr/>
            <p:nvPr/>
          </p:nvSpPr>
          <p:spPr>
            <a:xfrm rot="2700000" flipH="1">
              <a:off x="403" y="-1319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24785" y="991235"/>
            <a:ext cx="6743065" cy="4230370"/>
            <a:chOff x="4291" y="1561"/>
            <a:chExt cx="10619" cy="6662"/>
          </a:xfrm>
        </p:grpSpPr>
        <p:sp>
          <p:nvSpPr>
            <p:cNvPr id="34" name="文本框 33"/>
            <p:cNvSpPr txBox="1"/>
            <p:nvPr/>
          </p:nvSpPr>
          <p:spPr>
            <a:xfrm>
              <a:off x="4291" y="4202"/>
              <a:ext cx="10486" cy="4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000" b="1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一</a:t>
              </a:r>
              <a:r>
                <a:rPr lang="en-US" altLang="zh-CN" sz="8000" b="1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、</a:t>
              </a:r>
              <a:r>
                <a:rPr lang="zh-CN" altLang="en-US" sz="8000" b="1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项目背景</a:t>
              </a:r>
              <a:endParaRPr lang="zh-CN" altLang="en-US" sz="8000" b="1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  <a:p>
              <a:pPr algn="dist"/>
              <a:endParaRPr lang="zh-CN" altLang="en-US" sz="80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291" y="6076"/>
              <a:ext cx="106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01</a:t>
              </a:r>
              <a:endParaRPr lang="en-US" altLang="zh-CN" sz="3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057005" y="5485130"/>
            <a:ext cx="4485640" cy="2734945"/>
            <a:chOff x="16183" y="9681"/>
            <a:chExt cx="4304" cy="2624"/>
          </a:xfrm>
        </p:grpSpPr>
        <p:sp>
          <p:nvSpPr>
            <p:cNvPr id="9" name="直角三角形 8"/>
            <p:cNvSpPr/>
            <p:nvPr/>
          </p:nvSpPr>
          <p:spPr>
            <a:xfrm rot="18900000" flipH="1" flipV="1">
              <a:off x="17863" y="9681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10" name="直角三角形 9"/>
            <p:cNvSpPr/>
            <p:nvPr/>
          </p:nvSpPr>
          <p:spPr>
            <a:xfrm rot="18900000" flipH="1" flipV="1">
              <a:off x="16183" y="9681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-227965" y="0"/>
            <a:ext cx="11194415" cy="5434330"/>
            <a:chOff x="-359" y="0"/>
            <a:chExt cx="17629" cy="8558"/>
          </a:xfrm>
        </p:grpSpPr>
        <p:grpSp>
          <p:nvGrpSpPr>
            <p:cNvPr id="2" name="组合 1"/>
            <p:cNvGrpSpPr/>
            <p:nvPr/>
          </p:nvGrpSpPr>
          <p:grpSpPr>
            <a:xfrm>
              <a:off x="1887" y="2769"/>
              <a:ext cx="15383" cy="5789"/>
              <a:chOff x="1887" y="2769"/>
              <a:chExt cx="15383" cy="5789"/>
            </a:xfrm>
          </p:grpSpPr>
          <p:cxnSp>
            <p:nvCxnSpPr>
              <p:cNvPr id="56" name="直接连接符 55"/>
              <p:cNvCxnSpPr/>
              <p:nvPr/>
            </p:nvCxnSpPr>
            <p:spPr>
              <a:xfrm>
                <a:off x="1887" y="5842"/>
                <a:ext cx="15383" cy="0"/>
              </a:xfrm>
              <a:prstGeom prst="line">
                <a:avLst/>
              </a:prstGeom>
              <a:ln w="3175" cap="rnd">
                <a:solidFill>
                  <a:srgbClr val="1C4F9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ïṥliďè"/>
              <p:cNvSpPr/>
              <p:nvPr/>
            </p:nvSpPr>
            <p:spPr>
              <a:xfrm>
                <a:off x="6785" y="2769"/>
                <a:ext cx="5736" cy="5789"/>
              </a:xfrm>
              <a:prstGeom prst="diamond">
                <a:avLst/>
              </a:prstGeom>
              <a:solidFill>
                <a:srgbClr val="1C4F90"/>
              </a:solidFill>
              <a:ln>
                <a:noFill/>
              </a:ln>
              <a:effectLst>
                <a:outerShdw dist="381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1837" tIns="25917" rIns="51837" bIns="25917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id-ID" altLang="zh-CN" sz="1415" i="1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endParaRPr>
              </a:p>
            </p:txBody>
          </p:sp>
          <p:sp>
            <p:nvSpPr>
              <p:cNvPr id="58" name="íşľïde"/>
              <p:cNvSpPr/>
              <p:nvPr/>
            </p:nvSpPr>
            <p:spPr>
              <a:xfrm>
                <a:off x="5283" y="5344"/>
                <a:ext cx="2878" cy="997"/>
              </a:xfrm>
              <a:prstGeom prst="flowChartPreparation">
                <a:avLst/>
              </a:prstGeom>
              <a:solidFill>
                <a:srgbClr val="1C4F90"/>
              </a:solidFill>
              <a:ln w="3175">
                <a:noFill/>
              </a:ln>
            </p:spPr>
            <p:txBody>
              <a:bodyPr wrap="square" lIns="51837" tIns="25917" rIns="51837" bIns="25917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altLang="zh-CN" sz="102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9" name="íṩlíḑe"/>
              <p:cNvSpPr/>
              <p:nvPr/>
            </p:nvSpPr>
            <p:spPr>
              <a:xfrm>
                <a:off x="11048" y="5344"/>
                <a:ext cx="2878" cy="997"/>
              </a:xfrm>
              <a:prstGeom prst="flowChartPreparation">
                <a:avLst/>
              </a:prstGeom>
              <a:solidFill>
                <a:srgbClr val="1C4F90"/>
              </a:solidFill>
              <a:ln w="3175">
                <a:noFill/>
              </a:ln>
            </p:spPr>
            <p:txBody>
              <a:bodyPr wrap="square" lIns="51837" tIns="25917" rIns="51837" bIns="25917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altLang="zh-CN" sz="102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3" name="文本框 99"/>
              <p:cNvSpPr txBox="1"/>
              <p:nvPr/>
            </p:nvSpPr>
            <p:spPr bwMode="auto">
              <a:xfrm>
                <a:off x="12359" y="3678"/>
                <a:ext cx="4082" cy="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endPara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" name="文本框 100"/>
              <p:cNvSpPr txBox="1"/>
              <p:nvPr/>
            </p:nvSpPr>
            <p:spPr bwMode="auto">
              <a:xfrm>
                <a:off x="12359" y="2989"/>
                <a:ext cx="3377" cy="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endParaRPr lang="en-US" altLang="zh-CN" sz="1600" b="1" dirty="0">
                  <a:solidFill>
                    <a:srgbClr val="1C4F90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" name="文本框 99"/>
              <p:cNvSpPr txBox="1"/>
              <p:nvPr/>
            </p:nvSpPr>
            <p:spPr bwMode="auto">
              <a:xfrm>
                <a:off x="12359" y="7190"/>
                <a:ext cx="4082" cy="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endParaRPr lang="en-US" altLang="zh-CN" dirty="0">
                  <a:sym typeface="+mn-ea"/>
                </a:endParaRPr>
              </a:p>
            </p:txBody>
          </p:sp>
          <p:sp>
            <p:nvSpPr>
              <p:cNvPr id="7" name="文本框 100"/>
              <p:cNvSpPr txBox="1"/>
              <p:nvPr/>
            </p:nvSpPr>
            <p:spPr bwMode="auto">
              <a:xfrm>
                <a:off x="12359" y="6501"/>
                <a:ext cx="3377" cy="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endParaRPr lang="en-US" altLang="zh-CN" sz="1600" b="1" dirty="0">
                  <a:solidFill>
                    <a:srgbClr val="1C4F90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8" name="文本框 99"/>
              <p:cNvSpPr txBox="1"/>
              <p:nvPr/>
            </p:nvSpPr>
            <p:spPr bwMode="auto">
              <a:xfrm>
                <a:off x="2959" y="3678"/>
                <a:ext cx="4082" cy="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endPara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9" name="文本框 100"/>
              <p:cNvSpPr txBox="1"/>
              <p:nvPr/>
            </p:nvSpPr>
            <p:spPr bwMode="auto">
              <a:xfrm>
                <a:off x="3664" y="2989"/>
                <a:ext cx="3377" cy="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endParaRPr lang="en-US" altLang="zh-CN" sz="1600" b="1" dirty="0">
                  <a:solidFill>
                    <a:srgbClr val="1C4F90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0" name="文本框 99"/>
              <p:cNvSpPr txBox="1"/>
              <p:nvPr/>
            </p:nvSpPr>
            <p:spPr bwMode="auto">
              <a:xfrm>
                <a:off x="2959" y="7190"/>
                <a:ext cx="4082" cy="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endParaRPr lang="en-US" altLang="zh-CN" dirty="0">
                  <a:sym typeface="+mn-ea"/>
                </a:endParaRPr>
              </a:p>
            </p:txBody>
          </p:sp>
          <p:sp>
            <p:nvSpPr>
              <p:cNvPr id="11" name="文本框 100"/>
              <p:cNvSpPr txBox="1"/>
              <p:nvPr/>
            </p:nvSpPr>
            <p:spPr bwMode="auto">
              <a:xfrm>
                <a:off x="3664" y="6501"/>
                <a:ext cx="3377" cy="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endParaRPr lang="en-US" altLang="zh-CN" sz="1600" b="1" dirty="0">
                  <a:solidFill>
                    <a:srgbClr val="1C4F90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83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1.1</a:t>
              </a:r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项目背景与测试</a:t>
              </a:r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目标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aphicFrame>
        <p:nvGraphicFramePr>
          <p:cNvPr id="19" name="Table 2"/>
          <p:cNvGraphicFramePr>
            <a:graphicFrameLocks noGrp="1"/>
          </p:cNvGraphicFramePr>
          <p:nvPr/>
        </p:nvGraphicFramePr>
        <p:xfrm>
          <a:off x="552450" y="1271270"/>
          <a:ext cx="40309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660"/>
                <a:gridCol w="268732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zh-CN"/>
                        <a:t>应用</a:t>
                      </a:r>
                      <a:r>
                        <a:t>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应用名称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Fossify Calculator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应用类型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开源计算器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开源协议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完全开源 (GPL 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离线支持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无需网络权限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隐私保护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不收集用户数据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2235" y="2641600"/>
            <a:ext cx="1865630" cy="1755140"/>
          </a:xfrm>
          <a:prstGeom prst="rect">
            <a:avLst/>
          </a:prstGeom>
        </p:spPr>
      </p:pic>
      <p:graphicFrame>
        <p:nvGraphicFramePr>
          <p:cNvPr id="22" name="Table 3"/>
          <p:cNvGraphicFramePr>
            <a:graphicFrameLocks noGrp="1"/>
          </p:cNvGraphicFramePr>
          <p:nvPr/>
        </p:nvGraphicFramePr>
        <p:xfrm>
          <a:off x="7646670" y="1290320"/>
          <a:ext cx="4206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zh-CN"/>
                        <a:t>测试</a:t>
                      </a:r>
                      <a:r>
                        <a:t>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基础运算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加减乘除、小数、负数运算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高级运算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幂运算、开方、百分比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9大类109种单位相互转换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计算历史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历史记录保存、查看、清空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自定义设置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振动开关、屏幕常亮、主题颜色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桌面小部件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App Widget 快捷计算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5280" y="4026535"/>
          <a:ext cx="4205605" cy="206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910"/>
                <a:gridCol w="2893695"/>
              </a:tblGrid>
              <a:tr h="4127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功能正确性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验证核心计算逻辑准确性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代码质量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提升代码可维护性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性能稳定性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确保流畅运行体验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安全性验证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验证隐私合规性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428865" y="4025900"/>
          <a:ext cx="4206240" cy="2364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zh-CN"/>
                        <a:t>阶段</a:t>
                      </a:r>
                      <a:endParaRPr lang="zh-CN"/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zh-CN"/>
                        <a:t>内容</a:t>
                      </a:r>
                      <a:endParaRPr lang="zh-CN"/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准备阶段</a:t>
                      </a:r>
                      <a:endParaRPr sz="1000"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源码获取与环境配置 (3d)</a:t>
                      </a:r>
                      <a:endParaRPr sz="1000">
                        <a:sym typeface="+mn-ea"/>
                      </a:endParaRPr>
                    </a:p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项目编译与初步运行 (3d)</a:t>
                      </a:r>
                      <a:endParaRPr sz="1000"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测试实施</a:t>
                      </a:r>
                      <a:endParaRPr sz="1000">
                        <a:sym typeface="+mn-ea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单元测试编写与执行 (7d)</a:t>
                      </a:r>
                      <a:endParaRPr sz="1000">
                        <a:sym typeface="+mn-ea"/>
                      </a:endParaRPr>
                    </a:p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集成测试编写与执行 (5d)</a:t>
                      </a:r>
                      <a:endParaRPr sz="1000">
                        <a:sym typeface="+mn-ea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分析总结</a:t>
                      </a:r>
                      <a:endParaRPr sz="1000"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覆盖率分析与报告生成 (3d)</a:t>
                      </a:r>
                      <a:endParaRPr sz="1000">
                        <a:sym typeface="+mn-ea"/>
                      </a:endParaRPr>
                    </a:p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rPr sz="1000">
                          <a:sym typeface="+mn-ea"/>
                        </a:rPr>
                        <a:t>性能测试与瓶颈分析 (3d)</a:t>
                      </a:r>
                      <a:endParaRPr sz="1000">
                        <a:sym typeface="+mn-ea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728470" y="3380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应用介绍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728470" y="3764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测试维度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843010" y="3341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测试模块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843010" y="37344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测试步骤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  <p:custDataLst>
      <p:tags r:id="rId4"/>
    </p:custDataLst>
  </p:cSld>
  <p:clrMapOvr>
    <a:masterClrMapping/>
  </p:clrMapOvr>
  <p:transition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400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1.2</a:t>
            </a:r>
            <a:r>
              <a:t>系统架构与代码规模分析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52600" y="713232"/>
          <a:ext cx="4114800" cy="280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914400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版本要求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主要开发语言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1.9+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API 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Jetpack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BOM 2024.x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Room 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本地持久化存储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2.x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EvalEx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数学表达式解析库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最新版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BigDecimal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高精度数值计算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DECIMAL128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4 / MockK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单元测试框架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4.13.2 / 1.13.x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/ Espresso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组件/UI 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4.x / 3.5.x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代码覆盖率工具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0.8.x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58840" y="713232"/>
          <a:ext cx="415988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3765"/>
                <a:gridCol w="1874520"/>
              </a:tblGrid>
              <a:tr h="38535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Package 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org.fossify.math.* 下 10 个子包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 源文件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35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app/src/main/kotlin 下的 .kt 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Class 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32+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含 Activity、类、接口、单例、数据类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Method 数量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~240+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含重写方法、私有方法、扩展函数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代码总行数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~3500+ 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不含自动生成的 BuildConfig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 数量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主界面、设置、单位转换等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716405" y="3893820"/>
            <a:ext cx="8951595" cy="2590165"/>
          </a:xfrm>
          <a:prstGeom prst="roundRect">
            <a:avLst/>
          </a:prstGeom>
          <a:solidFill>
            <a:srgbClr val="E8EA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9760" y="3619373"/>
            <a:ext cx="27432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微软雅黑"/>
              </a:defRPr>
            </a:pPr>
            <a:r>
              <a:t>包结构 org.fossify.math.*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5480" y="3858768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activities     → 7个Activity (MainActivity/Settings/UnitConverter...)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480" y="4014215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adapters       → 2个RecyclerView适配器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480" y="4169663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compose        → 1个Compose组件 (SettingsScreen)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480" y="4325112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databases      → Room数据库单例 + DAO接口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5480" y="4480559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dialogs        → 历史对话框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5480" y="4636007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extensions     → 6个扩展函数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5480" y="4791455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helpers        → 核心业务逻辑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5480" y="4946903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├── CalculatorImpl    → 核心计算引擎 (~20方法)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5480" y="5102351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├── NumberFormatHelper→ 数字格式化工具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5480" y="5257799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└── converters       → 9种单位转换器 (Length/Area/Volume/Mass/Temp/Time/Speed/Pressure/Energy)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5480" y="5413247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interfaces      → DAO接口定义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5480" y="5568695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models         → 数据模型 (History Entity / ConverterUnitsState)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5480" y="5724143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receivers      → 语言切换广播接收器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5480" y="5879591"/>
            <a:ext cx="8046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views          → 自定义转换视图 (ConverterView)</a:t>
            </a:r>
          </a:p>
        </p:txBody>
      </p:sp>
    </p:spTree>
  </p:cSld>
  <p:clrMapOvr>
    <a:masterClrMapping/>
  </p:clrMapOvr>
  <p:transition advTm="2000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1.3 </a:t>
            </a:r>
            <a:r>
              <a:t>核心类关系图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635" y="713105"/>
            <a:ext cx="5180965" cy="5683885"/>
          </a:xfrm>
          <a:prstGeom prst="round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44040" y="786384"/>
            <a:ext cx="4572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76D2"/>
                </a:solidFill>
                <a:latin typeface="微软雅黑"/>
              </a:defRPr>
            </a:pPr>
            <a:r>
              <a:t>核心类关系简化视图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1472" y="1060704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1472" y="1202436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MainActivity      │ ◄── 主界面入口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1472" y="1344168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(实现Calculator)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1472" y="1485900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1472" y="1627632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│ creates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1472" y="1769364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1472" y="1911095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1472" y="2052827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CalculatorImpl    │ ◄── 核心计算引擎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1472" y="2194559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(~20个方法)       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1472" y="2336291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└──┬──────┬───────────┘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1472" y="2478023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│      │ 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1472" y="2619755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▼      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1472" y="2761487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┌──────┐ ┌────────────┐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1472" y="2903219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│EvalEx│ │NumberFormat│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1472" y="3044951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│求值  │ │Helper格式化│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1472" y="3186683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└──────┘ └────────────┘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1472" y="3328415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871472" y="3470147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1472" y="3611879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Converter 接口     │ ◄── 策略模式基类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1472" y="3753611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1472" y="3895343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implemented by (9种)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1472" y="4037075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Length / Area / Volume / Mass / Temperature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1472" y="4178807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Time / Speed / Pressure / Energy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1472" y="4320539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871472" y="4462271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1472" y="4604003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CalculatorDatabase  │ ◄── Room单例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1472" y="4745736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└─ CalculatorDao   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1472" y="4887468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  CRUD 操作       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1472" y="5029200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1472" y="5170932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│ manages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1472" y="5312664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1472" y="5454396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1472" y="5596128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History Entity    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1472" y="5737860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(formula/result/ts) 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1472" y="5879592"/>
            <a:ext cx="4846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└─────────────────────┘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17665" y="713740"/>
          <a:ext cx="4953000" cy="2836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455"/>
                <a:gridCol w="2036445"/>
                <a:gridCol w="1308100"/>
              </a:tblGrid>
              <a:tr h="31305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模式名称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应用位置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MVP 变体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 + CalculatorImpl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View-Presenter 分离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92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策略模式 Strategy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Converter 接口 + 9种实现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单位转换算法封装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692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单例模式 Singleton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CalculatorDatabase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全局唯一数据库实例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观察者模式 Observer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OnUnitChangedListener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单位变更通知回调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692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工厂模式 Factory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ValueWithUnit 创建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统一创建带单位的值对象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2000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1.3 </a:t>
            </a:r>
            <a:r>
              <a:t>核心类关系图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" y="531495"/>
            <a:ext cx="12153900" cy="5812790"/>
          </a:xfrm>
          <a:prstGeom prst="rect">
            <a:avLst/>
          </a:prstGeom>
        </p:spPr>
      </p:pic>
    </p:spTree>
  </p:cSld>
  <p:clrMapOvr>
    <a:masterClrMapping/>
  </p:clrMapOvr>
  <p:transition advTm="2000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1.3 </a:t>
            </a:r>
            <a:r>
              <a:rPr lang="zh-CN" altLang="en-US"/>
              <a:t>简化</a:t>
            </a:r>
            <a:r>
              <a:rPr lang="zh-CN" altLang="en-US"/>
              <a:t>数据流图</a:t>
            </a:r>
            <a:endParaRPr lang="zh-CN" altLang="en-US"/>
          </a:p>
        </p:txBody>
      </p:sp>
      <p:pic>
        <p:nvPicPr>
          <p:cNvPr id="3" name="图片 2" descr="数据流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94230"/>
            <a:ext cx="12192000" cy="2669540"/>
          </a:xfrm>
          <a:prstGeom prst="rect">
            <a:avLst/>
          </a:prstGeom>
        </p:spPr>
      </p:pic>
    </p:spTree>
  </p:cSld>
  <p:clrMapOvr>
    <a:masterClrMapping/>
  </p:clrMapOvr>
  <p:transition advTm="2000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227965" y="0"/>
            <a:ext cx="11466830" cy="5202555"/>
            <a:chOff x="-359" y="0"/>
            <a:chExt cx="18058" cy="8193"/>
          </a:xfrm>
        </p:grpSpPr>
        <p:grpSp>
          <p:nvGrpSpPr>
            <p:cNvPr id="3" name="组合 2"/>
            <p:cNvGrpSpPr/>
            <p:nvPr/>
          </p:nvGrpSpPr>
          <p:grpSpPr>
            <a:xfrm>
              <a:off x="2018" y="3200"/>
              <a:ext cx="15681" cy="4993"/>
              <a:chOff x="2018" y="3200"/>
              <a:chExt cx="15681" cy="4993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2018" y="3200"/>
                <a:ext cx="3277" cy="4993"/>
                <a:chOff x="1781" y="3292"/>
                <a:chExt cx="3277" cy="4993"/>
              </a:xfrm>
            </p:grpSpPr>
            <p:sp>
              <p:nvSpPr>
                <p:cNvPr id="4" name="矩形 3"/>
                <p:cNvSpPr/>
                <p:nvPr/>
              </p:nvSpPr>
              <p:spPr>
                <a:xfrm rot="5400000">
                  <a:off x="923" y="4150"/>
                  <a:ext cx="4993" cy="3277"/>
                </a:xfrm>
                <a:prstGeom prst="rect">
                  <a:avLst/>
                </a:prstGeom>
                <a:noFill/>
                <a:ln w="111125" cap="rnd">
                  <a:solidFill>
                    <a:schemeClr val="bg2">
                      <a:lumMod val="8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781" y="4518"/>
                  <a:ext cx="3277" cy="710"/>
                </a:xfrm>
                <a:prstGeom prst="rect">
                  <a:avLst/>
                </a:prstGeom>
                <a:solidFill>
                  <a:schemeClr val="bg2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162" y="4578"/>
                  <a:ext cx="252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CORE TEXT</a:t>
                  </a:r>
                  <a:endParaRPr kumimoji="0" lang="en-US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1889" y="5422"/>
                  <a:ext cx="3060" cy="2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Enter the </a:t>
                  </a:r>
                  <a:r>
                    <a:rPr lang="en-US" altLang="zh-CN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text.Enter</a:t>
                  </a: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 the </a:t>
                  </a:r>
                  <a:r>
                    <a:rPr lang="en-US" altLang="zh-CN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text.Enter</a:t>
                  </a: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 the content.</a:t>
                  </a:r>
                  <a:endPara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Enter the </a:t>
                  </a:r>
                  <a:r>
                    <a:rPr lang="en-US" altLang="zh-CN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text.Enter</a:t>
                  </a: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 the </a:t>
                  </a:r>
                  <a:r>
                    <a:rPr lang="en-US" altLang="zh-CN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text.Enter</a:t>
                  </a: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 the content.</a:t>
                  </a:r>
                  <a:endPara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Enter the text.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2581" y="3695"/>
                  <a:ext cx="167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01</a:t>
                  </a:r>
                  <a:endPara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4422" y="3200"/>
                <a:ext cx="3277" cy="4993"/>
                <a:chOff x="1781" y="3292"/>
                <a:chExt cx="3277" cy="4993"/>
              </a:xfrm>
            </p:grpSpPr>
            <p:sp>
              <p:nvSpPr>
                <p:cNvPr id="34" name="矩形 33"/>
                <p:cNvSpPr/>
                <p:nvPr/>
              </p:nvSpPr>
              <p:spPr>
                <a:xfrm rot="5400000">
                  <a:off x="923" y="4150"/>
                  <a:ext cx="4993" cy="3277"/>
                </a:xfrm>
                <a:prstGeom prst="rect">
                  <a:avLst/>
                </a:prstGeom>
                <a:noFill/>
                <a:ln w="111125" cap="rnd">
                  <a:solidFill>
                    <a:srgbClr val="1C4F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1781" y="4518"/>
                  <a:ext cx="3277" cy="710"/>
                </a:xfrm>
                <a:prstGeom prst="rect">
                  <a:avLst/>
                </a:prstGeom>
                <a:solidFill>
                  <a:srgbClr val="1C4F9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36" name="文本框 35"/>
                <p:cNvSpPr txBox="1"/>
                <p:nvPr/>
              </p:nvSpPr>
              <p:spPr>
                <a:xfrm>
                  <a:off x="2162" y="4578"/>
                  <a:ext cx="252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CORE TEXT</a:t>
                  </a:r>
                  <a:endParaRPr kumimoji="0" lang="en-US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1889" y="5422"/>
                  <a:ext cx="3060" cy="3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algn="ctr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defRPr>
                  </a:lvl1pPr>
                </a:lstStyle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  <a:endParaRPr lang="en-US" altLang="zh-CN" dirty="0">
                    <a:sym typeface="+mn-ea"/>
                  </a:endParaRPr>
                </a:p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  <a:endParaRPr lang="en-US" altLang="zh-CN" dirty="0">
                    <a:sym typeface="+mn-ea"/>
                  </a:endParaRPr>
                </a:p>
                <a:p>
                  <a:r>
                    <a:rPr lang="en-US" altLang="zh-CN" dirty="0">
                      <a:sym typeface="+mn-ea"/>
                    </a:rPr>
                    <a:t>Enter the text.</a:t>
                  </a:r>
                  <a:endParaRPr lang="en-US" altLang="zh-CN" dirty="0">
                    <a:sym typeface="+mn-ea"/>
                  </a:endParaRP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2581" y="3695"/>
                  <a:ext cx="167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rgbClr val="C0985A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04</a:t>
                  </a:r>
                  <a:endParaRPr lang="en-US" altLang="zh-CN" sz="2000" dirty="0">
                    <a:solidFill>
                      <a:srgbClr val="C0985A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10287" y="3200"/>
                <a:ext cx="3277" cy="4993"/>
                <a:chOff x="1781" y="3292"/>
                <a:chExt cx="3277" cy="4993"/>
              </a:xfrm>
            </p:grpSpPr>
            <p:sp>
              <p:nvSpPr>
                <p:cNvPr id="40" name="矩形 39"/>
                <p:cNvSpPr/>
                <p:nvPr/>
              </p:nvSpPr>
              <p:spPr>
                <a:xfrm rot="5400000">
                  <a:off x="923" y="4150"/>
                  <a:ext cx="4993" cy="3277"/>
                </a:xfrm>
                <a:prstGeom prst="rect">
                  <a:avLst/>
                </a:prstGeom>
                <a:noFill/>
                <a:ln w="111125" cap="rnd">
                  <a:solidFill>
                    <a:schemeClr val="bg2">
                      <a:lumMod val="8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>
                <a:xfrm>
                  <a:off x="1781" y="4518"/>
                  <a:ext cx="3277" cy="710"/>
                </a:xfrm>
                <a:prstGeom prst="rect">
                  <a:avLst/>
                </a:prstGeom>
                <a:solidFill>
                  <a:schemeClr val="bg2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2162" y="4578"/>
                  <a:ext cx="252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CORE TEXT</a:t>
                  </a:r>
                  <a:endParaRPr kumimoji="0" lang="en-US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1889" y="5422"/>
                  <a:ext cx="3060" cy="3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algn="ctr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defRPr>
                  </a:lvl1pPr>
                </a:lstStyle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  <a:endParaRPr lang="en-US" altLang="zh-CN" dirty="0">
                    <a:sym typeface="+mn-ea"/>
                  </a:endParaRPr>
                </a:p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  <a:endParaRPr lang="en-US" altLang="zh-CN" dirty="0">
                    <a:sym typeface="+mn-ea"/>
                  </a:endParaRPr>
                </a:p>
                <a:p>
                  <a:r>
                    <a:rPr lang="en-US" altLang="zh-CN" dirty="0">
                      <a:sym typeface="+mn-ea"/>
                    </a:rPr>
                    <a:t>Enter the text.</a:t>
                  </a:r>
                  <a:endParaRPr lang="en-US" altLang="zh-CN" dirty="0">
                    <a:sym typeface="+mn-ea"/>
                  </a:endParaRPr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2581" y="3695"/>
                  <a:ext cx="167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03</a:t>
                  </a:r>
                  <a:endPara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6152" y="3200"/>
                <a:ext cx="3277" cy="4993"/>
                <a:chOff x="1781" y="3292"/>
                <a:chExt cx="3277" cy="4993"/>
              </a:xfrm>
            </p:grpSpPr>
            <p:sp>
              <p:nvSpPr>
                <p:cNvPr id="16" name="矩形 15"/>
                <p:cNvSpPr/>
                <p:nvPr/>
              </p:nvSpPr>
              <p:spPr>
                <a:xfrm rot="5400000">
                  <a:off x="923" y="4150"/>
                  <a:ext cx="4993" cy="3277"/>
                </a:xfrm>
                <a:prstGeom prst="rect">
                  <a:avLst/>
                </a:prstGeom>
                <a:noFill/>
                <a:ln w="111125" cap="rnd">
                  <a:solidFill>
                    <a:srgbClr val="1C4F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781" y="4518"/>
                  <a:ext cx="3277" cy="710"/>
                </a:xfrm>
                <a:prstGeom prst="rect">
                  <a:avLst/>
                </a:prstGeom>
                <a:solidFill>
                  <a:srgbClr val="1C4F90"/>
                </a:solidFill>
                <a:ln>
                  <a:solidFill>
                    <a:srgbClr val="0C4B6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2162" y="4578"/>
                  <a:ext cx="252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CORE TEXT</a:t>
                  </a:r>
                  <a:endParaRPr kumimoji="0" lang="en-US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1889" y="5422"/>
                  <a:ext cx="3060" cy="3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algn="ctr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defRPr>
                  </a:lvl1pPr>
                </a:lstStyle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  <a:endParaRPr lang="en-US" altLang="zh-CN" dirty="0">
                    <a:sym typeface="+mn-ea"/>
                  </a:endParaRPr>
                </a:p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  <a:endParaRPr lang="en-US" altLang="zh-CN" dirty="0">
                    <a:sym typeface="+mn-ea"/>
                  </a:endParaRPr>
                </a:p>
                <a:p>
                  <a:r>
                    <a:rPr lang="en-US" altLang="zh-CN" dirty="0">
                      <a:sym typeface="+mn-ea"/>
                    </a:rPr>
                    <a:t>Enter the text.</a:t>
                  </a:r>
                  <a:endParaRPr lang="en-US" altLang="zh-CN" dirty="0">
                    <a:sym typeface="+mn-ea"/>
                  </a:endParaRP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2581" y="3695"/>
                  <a:ext cx="167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02</a:t>
                  </a:r>
                  <a:endPara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</p:grpSp>
        <p:grpSp>
          <p:nvGrpSpPr>
            <p:cNvPr id="2" name="组合 1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6" name="直角三角形 5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直角三角形 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FF0000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核心类图需要补充</a:t>
              </a:r>
              <a:endParaRPr lang="zh-CN" altLang="en-US" sz="3600" b="1" dirty="0"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1.4 </a:t>
            </a:r>
            <a:r>
              <a:t>系统功能结构图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5400" y="731393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8552" y="786257"/>
            <a:ext cx="151790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 计算器模块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552" y="1078865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基础运算: 加减乘除、小数、负数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552" y="1408049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高级运算: 幂运算^、开方√、百分比%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552" y="1737233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数字格式化: 千分位分隔、本地化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996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3112" y="804672"/>
            <a:ext cx="151790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 单位转换模块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112" y="1097280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长度转换 17种 / 面积转换 10种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3112" y="1426464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体积转换 24种 / 质量转换 15种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3112" y="1755648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温度/时间/速度/压强/能量 共48种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4769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647" y="804672"/>
            <a:ext cx="151790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历史记录模块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5437" y="1097280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保存计算记录、查看历史列表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8927" y="1426464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复用历史结果、清空历史记录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78444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571" y="804672"/>
            <a:ext cx="151790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 设置模块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571" y="1097280"/>
            <a:ext cx="1517904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振动开关、屏幕常亮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9206" y="1426464"/>
            <a:ext cx="1517904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主题颜色定制、语言切换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72370" y="76377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3132" y="818642"/>
            <a:ext cx="151790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小部件模块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2497" y="1097280"/>
            <a:ext cx="1517904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桌面快捷计算、自定义配色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840" y="3154680"/>
            <a:ext cx="9804400" cy="2919730"/>
          </a:xfrm>
          <a:prstGeom prst="roundRect">
            <a:avLst/>
          </a:prstGeom>
          <a:solidFill>
            <a:srgbClr val="FCFC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3670" y="3227832"/>
            <a:ext cx="36576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76D2"/>
                </a:solidFill>
                <a:latin typeface="微软雅黑"/>
              </a:defRPr>
            </a:pPr>
            <a:r>
              <a:t>核心数据流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400" y="3520440"/>
            <a:ext cx="3931920" cy="199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24242"/>
                </a:solidFill>
                <a:latin typeface="Consolas"/>
              </a:defRPr>
            </a:pPr>
            <a:r>
              <a:t>用户点击按钮</a:t>
            </a:r>
            <a:br/>
            <a:r>
              <a:t>    ↓</a:t>
            </a:r>
            <a:br/>
            <a:r>
              <a:t>MainActivity.numpadClicked()</a:t>
            </a:r>
            <a:br/>
            <a:r>
              <a:t>    ↓</a:t>
            </a:r>
            <a:br/>
            <a:r>
              <a:t>CalculatorImpl 构建表达式</a:t>
            </a:r>
            <a:br/>
            <a:r>
              <a:t>    ↓</a:t>
            </a:r>
            <a:br/>
            <a:r>
              <a:t>EvalEx 解析表达式 → BigDecimal 结果</a:t>
            </a:r>
            <a:br/>
            <a:r>
              <a:t>    ↓</a:t>
            </a:r>
            <a:br/>
            <a:r>
              <a:t>NumberFormatHelper 格式化显示</a:t>
            </a:r>
            <a:br/>
            <a:r>
              <a:t>    ↓</a:t>
            </a:r>
            <a:br/>
            <a:r>
              <a:t>showNewResult() 更新 UI</a:t>
            </a:r>
            <a:br/>
            <a:br/>
            <a:r>
              <a:t>同时: HistoryHelper → Room Database 持久化历史记录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862320" y="3171190"/>
          <a:ext cx="5600065" cy="2891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310"/>
                <a:gridCol w="707390"/>
                <a:gridCol w="1120140"/>
                <a:gridCol w="2181225"/>
              </a:tblGrid>
              <a:tr h="26606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转换器类别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单位数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基准单位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代表单位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LengthConverter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17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km/cm/mm/inch/mile/光年...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AreaConverter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SquareMeter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km²/inch²/公顷/亩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VolumeConverter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24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CubicMeter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L/mL/gal/桶/盎司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MassConverter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15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Kilogram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g/lb/oz/t/原子质量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TemperatureConverter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特殊偏移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℃ / ℉ / K / °R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TimeConverter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Second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h/min/ms/d/周/y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SpeedConverter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8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km/h/马赫/光速/节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PressureConverter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Pascal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bar/atm/psi/托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EnergyConverter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Joule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cal/kWh/eV/BTU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109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覆盖物理/工程/日常生活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2000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1246505" y="-1269365"/>
            <a:ext cx="4191000" cy="2555240"/>
            <a:chOff x="-1277" y="-1319"/>
            <a:chExt cx="4304" cy="2624"/>
          </a:xfrm>
        </p:grpSpPr>
        <p:sp>
          <p:nvSpPr>
            <p:cNvPr id="3" name="直角三角形 2"/>
            <p:cNvSpPr/>
            <p:nvPr/>
          </p:nvSpPr>
          <p:spPr>
            <a:xfrm rot="2700000" flipH="1">
              <a:off x="-1277" y="-1319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30" name="直角三角形 29"/>
            <p:cNvSpPr/>
            <p:nvPr/>
          </p:nvSpPr>
          <p:spPr>
            <a:xfrm rot="2700000" flipH="1">
              <a:off x="403" y="-1319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24785" y="991235"/>
            <a:ext cx="6900545" cy="2506980"/>
            <a:chOff x="4291" y="1561"/>
            <a:chExt cx="10867" cy="3948"/>
          </a:xfrm>
        </p:grpSpPr>
        <p:sp>
          <p:nvSpPr>
            <p:cNvPr id="34" name="文本框 33"/>
            <p:cNvSpPr txBox="1"/>
            <p:nvPr/>
          </p:nvSpPr>
          <p:spPr>
            <a:xfrm>
              <a:off x="4291" y="4202"/>
              <a:ext cx="10867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二</a:t>
              </a:r>
              <a:r>
                <a:rPr lang="en-US" altLang="zh-CN" sz="48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、</a:t>
              </a:r>
              <a:r>
                <a:rPr lang="zh-CN" altLang="en-US" sz="48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单元测试与集成测试</a:t>
              </a:r>
              <a:endParaRPr lang="zh-CN" altLang="en-US" sz="48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02</a:t>
              </a:r>
              <a:endParaRPr lang="en-US" altLang="zh-CN" sz="3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057005" y="5485130"/>
            <a:ext cx="4485640" cy="2734945"/>
            <a:chOff x="16183" y="9681"/>
            <a:chExt cx="4304" cy="2624"/>
          </a:xfrm>
        </p:grpSpPr>
        <p:sp>
          <p:nvSpPr>
            <p:cNvPr id="9" name="直角三角形 8"/>
            <p:cNvSpPr/>
            <p:nvPr/>
          </p:nvSpPr>
          <p:spPr>
            <a:xfrm rot="18900000" flipH="1" flipV="1">
              <a:off x="17863" y="9681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10" name="直角三角形 9"/>
            <p:cNvSpPr/>
            <p:nvPr/>
          </p:nvSpPr>
          <p:spPr>
            <a:xfrm rot="18900000" flipH="1" flipV="1">
              <a:off x="16183" y="9681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2.1 </a:t>
            </a:r>
            <a:r>
              <a:t>测试体系设计与架构</a:t>
            </a:r>
          </a:p>
        </p:txBody>
      </p:sp>
      <p:sp>
        <p:nvSpPr>
          <p:cNvPr id="3" name="Trapezoid 2"/>
          <p:cNvSpPr/>
          <p:nvPr/>
        </p:nvSpPr>
        <p:spPr>
          <a:xfrm>
            <a:off x="2438400" y="1169670"/>
            <a:ext cx="1689735" cy="1051560"/>
          </a:xfrm>
          <a:prstGeom prst="trapezoid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9840" y="1242695"/>
            <a:ext cx="1501775" cy="497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静态分析 / Lint (Detekt/Jacoco/Lint)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9840" y="1553845"/>
            <a:ext cx="1501775" cy="434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底层：速度快、数量多、成本低</a:t>
            </a:r>
          </a:p>
        </p:txBody>
      </p:sp>
      <p:sp>
        <p:nvSpPr>
          <p:cNvPr id="6" name="Trapezoid 5"/>
          <p:cNvSpPr/>
          <p:nvPr/>
        </p:nvSpPr>
        <p:spPr>
          <a:xfrm>
            <a:off x="1706880" y="1946910"/>
            <a:ext cx="3191510" cy="1051560"/>
          </a:xfrm>
          <a:prstGeom prst="trapezoid">
            <a:avLst/>
          </a:prstGeom>
          <a:solidFill>
            <a:srgbClr val="FFEC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320" y="2019935"/>
            <a:ext cx="3004185" cy="3105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单元测试 (JUnit + MockK + Robolectric)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8320" y="2331085"/>
            <a:ext cx="3004185" cy="2787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~70+ 用例 | JVM 本地运行 | 秒级</a:t>
            </a:r>
          </a:p>
        </p:txBody>
      </p:sp>
      <p:sp>
        <p:nvSpPr>
          <p:cNvPr id="9" name="Trapezoid 8"/>
          <p:cNvSpPr/>
          <p:nvPr/>
        </p:nvSpPr>
        <p:spPr>
          <a:xfrm>
            <a:off x="975360" y="2724150"/>
            <a:ext cx="4693920" cy="1051560"/>
          </a:xfrm>
          <a:prstGeom prst="trapezoid">
            <a:avLst/>
          </a:prstGeom>
          <a:solidFill>
            <a:srgbClr val="FFCC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797175"/>
            <a:ext cx="4505960" cy="3105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集成测试 (Espresso + AndroidX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108325"/>
            <a:ext cx="4505960" cy="2787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~21 用例 | 真机/模拟器 | 分钟级</a:t>
            </a:r>
          </a:p>
        </p:txBody>
      </p:sp>
      <p:sp>
        <p:nvSpPr>
          <p:cNvPr id="12" name="Trapezoid 11"/>
          <p:cNvSpPr/>
          <p:nvPr/>
        </p:nvSpPr>
        <p:spPr>
          <a:xfrm>
            <a:off x="243840" y="3501390"/>
            <a:ext cx="6195695" cy="1051560"/>
          </a:xfrm>
          <a:prstGeom prst="trapezoid">
            <a:avLst/>
          </a:prstGeom>
          <a:solidFill>
            <a:srgbClr val="FFCD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280" y="3574415"/>
            <a:ext cx="6008370" cy="3105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端到端测试 E2E (少量)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" y="3885565"/>
            <a:ext cx="6008370" cy="2787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顶层：速度慢、数量少、成本高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43650" y="674370"/>
          <a:ext cx="4441825" cy="1730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3244215"/>
              </a:tblGrid>
              <a:tr h="3460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4 + MockK + Robolectric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集成测试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Espresso + AndroidX Test (ActivityScenarioRule)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静态分析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Detekt Kotlin Lint + Jacoco + Android Lint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 (单元+集成合并报告)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78880" y="2496185"/>
          <a:ext cx="4505960" cy="2173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355"/>
                <a:gridCol w="1316355"/>
                <a:gridCol w="1873250"/>
              </a:tblGrid>
              <a:tr h="31051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配置项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compileSdk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编译时使用的 SDK 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targetSdk 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目标设备版本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最低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minSdk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最低兼容 Android 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@Config(sdk=[33])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模拟 SDK 版本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 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1.9.22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编译器版本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Gradle / AGP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8.4 / 8.2.0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构建工具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5915" y="4660265"/>
          <a:ext cx="11026775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060"/>
                <a:gridCol w="1290320"/>
                <a:gridCol w="2111375"/>
                <a:gridCol w="1172845"/>
                <a:gridCol w="4575175"/>
              </a:tblGrid>
              <a:tr h="375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测试类型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执行位置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运行环境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耗时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覆盖重点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纯逻辑单元测试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JVM 本地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秒级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 Kotlin 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组件测试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模拟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秒~十秒级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Activity/View/Context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数据库测试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+ Room 内存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十秒级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DAO CRUD / 单例线程安全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集成测试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androidTest/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真机/模拟器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分钟级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用户交互 / E2E 场景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2000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2.2 </a:t>
            </a:r>
            <a:r>
              <a:t>单元测试设计与典型案例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14475" y="589280"/>
          <a:ext cx="8933180" cy="1881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664845"/>
                <a:gridCol w="760730"/>
                <a:gridCol w="3041015"/>
                <a:gridCol w="2851150"/>
              </a:tblGrid>
              <a:tr h="2711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覆盖重点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测试框架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 UI 交互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 核心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CalculatorImpl / Constants / Format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MockK + JUnit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helpers.converters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全部 9 种转换器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 JUnit (JVM)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databases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 &amp; DAO 操作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+ Room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adapters/dialogs/models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Adapter/Dialog/State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/ Mockito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**18**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**~70+**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全部核心模块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706880" y="2487295"/>
            <a:ext cx="4187825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06880" y="2487295"/>
            <a:ext cx="4187825" cy="301625"/>
          </a:xfrm>
          <a:prstGeom prst="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4675" y="2514600"/>
            <a:ext cx="3977005" cy="221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案例一: MainActivity Robolectric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5752" y="2852928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使用 @RunWith(RobolectricTestRunner::class)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5752" y="3118104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@Config(sdk=[33]) + @LooperMode(PAUSED)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5752" y="3383280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6个方法: 加减乘除 + 清除操作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5752" y="3648456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shadowOf(Looper).idle() 确保 UI 更新完成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5752" y="3913632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验证: assertEquals('3', result)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1865" y="2487295"/>
            <a:ext cx="4270375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1865" y="2487295"/>
            <a:ext cx="4270375" cy="285750"/>
          </a:xfrm>
          <a:prstGeom prst="rect">
            <a:avLst/>
          </a:prstGeom>
          <a:solidFill>
            <a:srgbClr val="7B1F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4890" y="2514600"/>
            <a:ext cx="37058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案例二: CalculatorImpl MockK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3431" y="2852928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mockk(relaxed=true) 宽松 Mock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3431" y="3118104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mockkConstructor(NumberFormatHelper)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3431" y="3383280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拦截 formatForDisplay 返回原值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3431" y="3648456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verify(exactly=N) 精确控制调用次数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3431" y="3913632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隔离 NumberFormatHelper 外部依赖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4185" y="4416425"/>
            <a:ext cx="4160520" cy="2127885"/>
          </a:xfrm>
          <a:prstGeom prst="roundRect">
            <a:avLst/>
          </a:prstGeom>
          <a:solidFill>
            <a:srgbClr val="FAFAFA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34312" y="4416552"/>
            <a:ext cx="4160520" cy="301752"/>
          </a:xfrm>
          <a:prstGeom prst="rect">
            <a:avLst/>
          </a:prstGeom>
          <a:solidFill>
            <a:srgbClr val="FB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07464" y="4443984"/>
            <a:ext cx="401421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案例三: 数据库单例 &amp; DAO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5752" y="4782312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单例唯一性: assertSame(inst1, inst2)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5752" y="5047488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线程安全: CountDownLatch 10线程并发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5752" y="5312664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销毁重建: destroyInstance 后重新获取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5752" y="5577840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DAO CRUD: 插入/查询/LIMIT/批量/清空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5752" y="5843016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Room 内存数据库独立测试文件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1865" y="4416425"/>
            <a:ext cx="4270375" cy="2127885"/>
          </a:xfrm>
          <a:prstGeom prst="roundRect">
            <a:avLst/>
          </a:prstGeom>
          <a:solidFill>
            <a:srgbClr val="FAFAFA"/>
          </a:solidFill>
          <a:ln>
            <a:solidFill>
              <a:srgbClr val="008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1865" y="4416425"/>
            <a:ext cx="4270375" cy="321310"/>
          </a:xfrm>
          <a:prstGeom prst="rect">
            <a:avLst/>
          </a:prstGeom>
          <a:solidFill>
            <a:srgbClr val="0089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4890" y="4443730"/>
            <a:ext cx="370649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案例四: Converter Roundtrip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3431" y="4782312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纯 JVM 测试，无需 Android 依赖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3431" y="5047488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Roundtrip: value → toBase → fromBase ==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3431" y="5312664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排除 TemperatureConverter (非线性)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3431" y="5577840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零值/同单位恒等性验证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3431" y="5843016"/>
            <a:ext cx="3977639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BigDecimal compareTo==0 精确断言</a:t>
            </a:r>
          </a:p>
        </p:txBody>
      </p:sp>
    </p:spTree>
  </p:cSld>
  <p:clrMapOvr>
    <a:masterClrMapping/>
  </p:clrMapOvr>
  <p:transition advTm="2000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2.3 </a:t>
            </a:r>
            <a:r>
              <a:t>Espresso UI 集成测试设计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675" y="713105"/>
          <a:ext cx="5501005" cy="270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750"/>
                <a:gridCol w="733425"/>
                <a:gridCol w="1466850"/>
                <a:gridCol w="855980"/>
              </a:tblGrid>
              <a:tr h="431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页面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MainActivityEspressoTest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计算、清除、长按清空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主计算器界面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SettingsActivityEspressoTest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设置项切换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UnitConverterActivityEspressoTest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输入、清除、转换显示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单位转换页面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UnitConverterPickerActivityTest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类型选择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单位选择器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81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WidgetConfigureActivityTest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颜色配置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小部件配置页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**~21**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 个 Activity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通过率 ~90%+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31535" y="713105"/>
          <a:ext cx="5759450" cy="270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560"/>
                <a:gridCol w="2099945"/>
                <a:gridCol w="2099945"/>
              </a:tblGrid>
              <a:tr h="36639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Robolectric 单元测试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Espresso 集成测试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运行环境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JVM (模拟 Android)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真机 / 模拟器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61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交互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view.performClick() 直接调用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onView(...).perform(click())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断言方式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assertEquals(text, result)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check(matches(withText()))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61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生命周期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手动 create/start/resume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ActivityScenarioRule 自动管理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执行速度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~100ms /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~1-3s /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逻辑验证 / CI 快速反馈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真实交互 / E2E 验收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0675" y="3579495"/>
            <a:ext cx="5611495" cy="3070860"/>
          </a:xfrm>
          <a:prstGeom prst="roundRect">
            <a:avLst/>
          </a:prstGeom>
          <a:solidFill>
            <a:srgbClr val="1E1E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3696335"/>
            <a:ext cx="4846320" cy="2762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D4D4D4"/>
                </a:solidFill>
                <a:latin typeface="Consolas"/>
              </a:defRPr>
            </a:pPr>
            <a:r>
              <a:t>// MainActivityEspressoTest.kt</a:t>
            </a:r>
            <a:br/>
            <a:r>
              <a:t>@RunWith(AndroidJUnit4::class)</a:t>
            </a:r>
            <a:br/>
            <a:r>
              <a:t>class MainActivityEspressoTest {</a:t>
            </a:r>
            <a:br/>
            <a:r>
              <a:t>    @get:Rule</a:t>
            </a:r>
            <a:br/>
            <a:r>
              <a:t>    val activityRule = ActivityScenarioRule(</a:t>
            </a:r>
            <a:br/>
            <a:r>
              <a:t>        MainActivity::class.java)</a:t>
            </a:r>
            <a:br/>
            <a:br/>
            <a:r>
              <a:t>    @Test</a:t>
            </a:r>
            <a:br/>
            <a:r>
              <a:t>    fun testAddTwoNumbers() {</a:t>
            </a:r>
            <a:br/>
            <a:r>
              <a:t>        clickView(R.id.btn_1)</a:t>
            </a:r>
            <a:br/>
            <a:r>
              <a:t>        clickView(R.id.btn_plus)</a:t>
            </a:r>
            <a:br/>
            <a:r>
              <a:t>        clickView(R.id.btn_2)</a:t>
            </a:r>
            <a:br/>
            <a:r>
              <a:t>        clickView(R.id.btn_equals)</a:t>
            </a:r>
            <a:br/>
            <a:br/>
            <a:r>
              <a:t>        onView(withId(R.id.result))</a:t>
            </a:r>
            <a:br/>
            <a:r>
              <a:t>            .check(matches(withText("3")))</a:t>
            </a:r>
            <a:br/>
            <a:r>
              <a:t>    }</a:t>
            </a:r>
            <a:br/>
            <a:br/>
            <a:r>
              <a:t>    @Test fun testClearAllOnLongPress() { ... }</a:t>
            </a:r>
            <a:br/>
            <a: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932170" y="3576320"/>
          <a:ext cx="6017895" cy="307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5014595"/>
              </a:tblGrid>
              <a:tr h="3841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① 安装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安装 APK 到测试设备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② 启动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ActivityScenarioRule 自动启动 Activity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③ 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Espresso onView(withId(...)) 定位控件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④ 操作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perform(click() / longClick()) 模拟用户行为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⑤ 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check(matches(withText(...))) 验证结果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⑥ 判定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PASS → 下一个 | FAIL → 截图+记录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⑦ 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生成 HTML/XML 测试报告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2000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1246505" y="-1269365"/>
            <a:ext cx="4191000" cy="2555240"/>
            <a:chOff x="-1277" y="-1319"/>
            <a:chExt cx="4304" cy="2624"/>
          </a:xfrm>
        </p:grpSpPr>
        <p:sp>
          <p:nvSpPr>
            <p:cNvPr id="3" name="直角三角形 2"/>
            <p:cNvSpPr/>
            <p:nvPr/>
          </p:nvSpPr>
          <p:spPr>
            <a:xfrm rot="2700000" flipH="1">
              <a:off x="-1277" y="-1319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30" name="直角三角形 29"/>
            <p:cNvSpPr/>
            <p:nvPr/>
          </p:nvSpPr>
          <p:spPr>
            <a:xfrm rot="2700000" flipH="1">
              <a:off x="403" y="-1319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24785" y="991235"/>
            <a:ext cx="6658610" cy="2691765"/>
            <a:chOff x="4291" y="1561"/>
            <a:chExt cx="10486" cy="4239"/>
          </a:xfrm>
        </p:grpSpPr>
        <p:sp>
          <p:nvSpPr>
            <p:cNvPr id="34" name="文本框 33"/>
            <p:cNvSpPr txBox="1"/>
            <p:nvPr/>
          </p:nvSpPr>
          <p:spPr>
            <a:xfrm>
              <a:off x="4291" y="4202"/>
              <a:ext cx="10486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三</a:t>
              </a:r>
              <a:r>
                <a:rPr lang="en-US" altLang="zh-CN" sz="6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、</a:t>
              </a:r>
              <a:r>
                <a:rPr lang="zh-CN" altLang="en-US" sz="6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测试覆盖率</a:t>
              </a:r>
              <a:endParaRPr lang="zh-CN" altLang="en-US" sz="60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03</a:t>
              </a:r>
              <a:endParaRPr lang="en-US" altLang="zh-CN" sz="3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057005" y="5485130"/>
            <a:ext cx="4485640" cy="2734945"/>
            <a:chOff x="16183" y="9681"/>
            <a:chExt cx="4304" cy="2624"/>
          </a:xfrm>
        </p:grpSpPr>
        <p:sp>
          <p:nvSpPr>
            <p:cNvPr id="9" name="直角三角形 8"/>
            <p:cNvSpPr/>
            <p:nvPr/>
          </p:nvSpPr>
          <p:spPr>
            <a:xfrm rot="18900000" flipH="1" flipV="1">
              <a:off x="17863" y="9681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10" name="直角三角形 9"/>
            <p:cNvSpPr/>
            <p:nvPr/>
          </p:nvSpPr>
          <p:spPr>
            <a:xfrm rot="18900000" flipH="1" flipV="1">
              <a:off x="16183" y="9681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03505" y="0"/>
            <a:ext cx="12295505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3.1 </a:t>
            </a:r>
            <a:r>
              <a:t>测试要求与覆盖率标准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4800" y="591185"/>
          <a:ext cx="6080760" cy="289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665"/>
                <a:gridCol w="1757045"/>
                <a:gridCol w="1350645"/>
                <a:gridCol w="1081405"/>
              </a:tblGrid>
              <a:tr h="36131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要求类别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功能正确性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核心业务逻辑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100% 正确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已达成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Line 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行覆盖率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待提升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Method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方法覆盖率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️ 待提升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Branch 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分支覆盖率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70%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未达标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Class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类覆盖率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️ 待提升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边界条件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边界值测试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异常处理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异常路径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️ 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Isosceles Triangle 3"/>
          <p:cNvSpPr/>
          <p:nvPr/>
        </p:nvSpPr>
        <p:spPr>
          <a:xfrm>
            <a:off x="6854825" y="777240"/>
            <a:ext cx="3462655" cy="269748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53200" y="777240"/>
            <a:ext cx="4699635" cy="431165"/>
          </a:xfrm>
          <a:prstGeom prst="rect">
            <a:avLst/>
          </a:prstGeom>
          <a:solidFill>
            <a:srgbClr val="FFCD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98920" y="841375"/>
            <a:ext cx="4576445" cy="260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rPr sz="1000"/>
              <a:t>可靠性 — 无间歇性失败</a:t>
            </a:r>
            <a:endParaRPr sz="1000"/>
          </a:p>
        </p:txBody>
      </p:sp>
      <p:sp>
        <p:nvSpPr>
          <p:cNvPr id="7" name="Rectangle 6"/>
          <p:cNvSpPr/>
          <p:nvPr/>
        </p:nvSpPr>
        <p:spPr>
          <a:xfrm>
            <a:off x="6736080" y="1170305"/>
            <a:ext cx="4204970" cy="431165"/>
          </a:xfrm>
          <a:prstGeom prst="rect">
            <a:avLst/>
          </a:prstGeom>
          <a:solidFill>
            <a:srgbClr val="FFEC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1800" y="1234440"/>
            <a:ext cx="4081145" cy="260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rPr sz="1000"/>
              <a:t>可重复性 — 任意次执行一致</a:t>
            </a:r>
            <a:endParaRPr sz="1000"/>
          </a:p>
        </p:txBody>
      </p:sp>
      <p:sp>
        <p:nvSpPr>
          <p:cNvPr id="9" name="Rectangle 8"/>
          <p:cNvSpPr/>
          <p:nvPr/>
        </p:nvSpPr>
        <p:spPr>
          <a:xfrm>
            <a:off x="6918960" y="1563370"/>
            <a:ext cx="3710305" cy="431165"/>
          </a:xfrm>
          <a:prstGeom prst="rect">
            <a:avLst/>
          </a:prstGeom>
          <a:solidFill>
            <a:srgbClr val="FFE0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4680" y="1627505"/>
            <a:ext cx="3586480" cy="260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独立性 — 测试间无依赖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01840" y="1957070"/>
            <a:ext cx="3215640" cy="431165"/>
          </a:xfrm>
          <a:prstGeom prst="rect">
            <a:avLst/>
          </a:prstGeom>
          <a:solidFill>
            <a:srgbClr val="FEE0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7560" y="2020570"/>
            <a:ext cx="3091815" cy="260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快速执行 — 秒级完成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4720" y="2350135"/>
            <a:ext cx="2720975" cy="431165"/>
          </a:xfrm>
          <a:prstGeom prst="rect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0440" y="2414270"/>
            <a:ext cx="2597150" cy="260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可读性强 — 命名清晰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7600" y="2743200"/>
            <a:ext cx="2226310" cy="431165"/>
          </a:xfrm>
          <a:prstGeom prst="rect">
            <a:avLst/>
          </a:prstGeom>
          <a:solidFill>
            <a:srgbClr val="B3E5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3320" y="2807335"/>
            <a:ext cx="2102485" cy="260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全面性与针对性平衡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100" y="3474720"/>
            <a:ext cx="11042650" cy="337185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4040" y="3547872"/>
            <a:ext cx="3657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F59B"/>
                </a:solidFill>
                <a:latin typeface="微软雅黑"/>
              </a:defRPr>
            </a:pPr>
            <a:r>
              <a:t>Jacoco 配置 (build.gradle.kts)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3840480"/>
            <a:ext cx="8981440" cy="2698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onsolas"/>
              </a:defRPr>
            </a:pPr>
            <a:r>
              <a:rPr sz="1000"/>
              <a:t>android {</a:t>
            </a:r>
            <a:br>
              <a:rPr sz="1000"/>
            </a:br>
            <a:r>
              <a:rPr sz="1000"/>
              <a:t>    buildTypes {</a:t>
            </a:r>
            <a:br>
              <a:rPr sz="1000"/>
            </a:br>
            <a:r>
              <a:rPr sz="1000"/>
              <a:t>        debug {</a:t>
            </a:r>
            <a:br>
              <a:rPr sz="1000"/>
            </a:br>
            <a:r>
              <a:rPr sz="1000"/>
              <a:t>            enableUnitTestCoverage = true</a:t>
            </a:r>
            <a:br>
              <a:rPr sz="1000"/>
            </a:br>
            <a:r>
              <a:rPr sz="1000"/>
              <a:t>            enableAndroidTestCoverage = true</a:t>
            </a:r>
            <a:br>
              <a:rPr sz="1000"/>
            </a:br>
            <a:r>
              <a:rPr sz="1000"/>
              <a:t>        }</a:t>
            </a:r>
            <a:br>
              <a:rPr sz="1000"/>
            </a:br>
            <a:r>
              <a:rPr sz="1000"/>
              <a:t>    }</a:t>
            </a:r>
            <a:br>
              <a:rPr sz="1000"/>
            </a:br>
            <a:r>
              <a:rPr sz="1000"/>
              <a:t>}</a:t>
            </a:r>
            <a:br>
              <a:rPr sz="1000"/>
            </a:br>
            <a:br>
              <a:rPr sz="1000"/>
            </a:br>
            <a:r>
              <a:rPr sz="1000"/>
              <a:t>排除规则:</a:t>
            </a:r>
            <a:br>
              <a:rPr sz="1000"/>
            </a:br>
            <a:r>
              <a:rPr sz="1000"/>
              <a:t>   • 自动生成代码 (BuildConfig, R类, DataBinding)</a:t>
            </a:r>
            <a:br>
              <a:rPr sz="1000"/>
            </a:br>
            <a:r>
              <a:rPr sz="1000"/>
              <a:t>   • 接口默认方法</a:t>
            </a:r>
            <a:br>
              <a:rPr sz="1000"/>
            </a:br>
            <a:r>
              <a:rPr lang="en-US" sz="1000"/>
              <a:t>   </a:t>
            </a:r>
            <a:r>
              <a:rPr sz="1000"/>
              <a:t>• 仅含 getter/setter 的简单数据类</a:t>
            </a:r>
            <a:br>
              <a:rPr sz="1000"/>
            </a:br>
            <a:br>
              <a:rPr sz="1000"/>
            </a:br>
            <a:r>
              <a:rPr sz="1000"/>
              <a:t> 生成命令:</a:t>
            </a:r>
            <a:br>
              <a:rPr sz="1000"/>
            </a:br>
            <a:r>
              <a:rPr sz="1000"/>
              <a:t>   ./gradlew testDebugUnitTestJacocoReport</a:t>
            </a:r>
            <a:br>
              <a:rPr sz="1000"/>
            </a:br>
            <a:r>
              <a:rPr sz="1000"/>
              <a:t>   ./gradlew createDebugCoverageReport</a:t>
            </a:r>
            <a:endParaRPr sz="1000"/>
          </a:p>
        </p:txBody>
      </p:sp>
    </p:spTree>
  </p:cSld>
  <p:clrMapOvr>
    <a:masterClrMapping/>
  </p:clrMapOvr>
  <p:transition advTm="2000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3.2 </a:t>
            </a:r>
            <a:r>
              <a:t>覆盖率统计与模块分析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4404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89759" y="768096"/>
            <a:ext cx="19659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9759" y="987552"/>
            <a:ext cx="19659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8C00"/>
                </a:solidFill>
                <a:latin typeface="微软雅黑"/>
              </a:defRPr>
            </a:pPr>
            <a:r>
              <a:t>78.4%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9759" y="1371600"/>
            <a:ext cx="19659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(131/167)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9288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600" y="768096"/>
            <a:ext cx="19659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600" y="987552"/>
            <a:ext cx="19659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42.2%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8600" y="1371600"/>
            <a:ext cx="19659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(191/453)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172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440" y="768096"/>
            <a:ext cx="19659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440" y="987552"/>
            <a:ext cx="19659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440" y="1371600"/>
            <a:ext cx="19659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(0/598)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056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768096"/>
            <a:ext cx="19659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280" y="987552"/>
            <a:ext cx="19659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35.3%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280" y="1371600"/>
            <a:ext cx="19659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(746/2116)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33450" y="1767205"/>
          <a:ext cx="5802630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420"/>
                <a:gridCol w="738505"/>
                <a:gridCol w="791210"/>
                <a:gridCol w="738505"/>
                <a:gridCol w="738505"/>
                <a:gridCol w="1213485"/>
              </a:tblGrid>
              <a:tr h="3683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Class%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Method%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Branch%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Line%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helpers.converters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12.5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待补充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databases/compose/adapters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其他 (6个包)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45935" y="1783080"/>
            <a:ext cx="3932555" cy="2247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为什么 converters 最高？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无 Android 依赖，纯 JVM 逻辑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策略模式优势，独立易测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Roundtrip 一个方法覆盖全部单位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BigDecimal 精确比对避免浮点误差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为什么其他模块低？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activities/views 需要 Robolectric/Espresso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databases 已有测试但未纳入 Jacoco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compose 需要 Compose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085" y="4023360"/>
            <a:ext cx="9844405" cy="1653540"/>
          </a:xfrm>
          <a:prstGeom prst="roundRect">
            <a:avLst/>
          </a:prstGeom>
          <a:solidFill>
            <a:srgbClr val="F8F9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97025" y="4087495"/>
            <a:ext cx="3141980" cy="3162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微软雅黑"/>
              </a:defRPr>
            </a:pPr>
            <a:r>
              <a:rPr sz="1600"/>
              <a:t>各模块行覆盖率对比</a:t>
            </a:r>
            <a:endParaRPr sz="1600"/>
          </a:p>
        </p:txBody>
      </p:sp>
      <p:sp>
        <p:nvSpPr>
          <p:cNvPr id="23" name="Rectangle 22"/>
          <p:cNvSpPr/>
          <p:nvPr/>
        </p:nvSpPr>
        <p:spPr>
          <a:xfrm>
            <a:off x="1566545" y="4389120"/>
            <a:ext cx="4113530" cy="329565"/>
          </a:xfrm>
          <a:prstGeom prst="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065" y="4663440"/>
            <a:ext cx="4503420" cy="266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helpers.converters: 98.2%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20695" y="4389120"/>
            <a:ext cx="80010" cy="329565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4785" y="4663440"/>
            <a:ext cx="4503420" cy="266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helpers: 0.2%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9415" y="4389120"/>
            <a:ext cx="80010" cy="329565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505" y="4663440"/>
            <a:ext cx="4503420" cy="266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activities: 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8135" y="4389120"/>
            <a:ext cx="80010" cy="329565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225" y="4663440"/>
            <a:ext cx="4503420" cy="266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views: 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6855" y="4389120"/>
            <a:ext cx="80010" cy="329565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0945" y="4663440"/>
            <a:ext cx="4503420" cy="266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databases: 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5575" y="4389120"/>
            <a:ext cx="80010" cy="329565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3359" y="4663440"/>
            <a:ext cx="393192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compose: 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4295" y="4389120"/>
            <a:ext cx="80010" cy="329565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2079" y="4663440"/>
            <a:ext cx="393192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others: 0%</a:t>
            </a:r>
          </a:p>
        </p:txBody>
      </p:sp>
    </p:spTree>
  </p:cSld>
  <p:clrMapOvr>
    <a:masterClrMapping/>
  </p:clrMapOvr>
  <p:transition advTm="2000"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1246505" y="-1269365"/>
            <a:ext cx="14789150" cy="9489440"/>
            <a:chOff x="-1963" y="-1999"/>
            <a:chExt cx="23290" cy="14944"/>
          </a:xfrm>
        </p:grpSpPr>
        <p:grpSp>
          <p:nvGrpSpPr>
            <p:cNvPr id="11" name="组合 10"/>
            <p:cNvGrpSpPr/>
            <p:nvPr/>
          </p:nvGrpSpPr>
          <p:grpSpPr>
            <a:xfrm>
              <a:off x="-1963" y="-1999"/>
              <a:ext cx="6600" cy="4024"/>
              <a:chOff x="-1277" y="-1319"/>
              <a:chExt cx="4304" cy="2624"/>
            </a:xfrm>
          </p:grpSpPr>
          <p:sp>
            <p:nvSpPr>
              <p:cNvPr id="3" name="直角三角形 2"/>
              <p:cNvSpPr/>
              <p:nvPr/>
            </p:nvSpPr>
            <p:spPr>
              <a:xfrm rot="2700000" flipH="1">
                <a:off x="-1277" y="-1319"/>
                <a:ext cx="2624" cy="2624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30" name="直角三角形 29"/>
              <p:cNvSpPr/>
              <p:nvPr/>
            </p:nvSpPr>
            <p:spPr>
              <a:xfrm rot="2700000" flipH="1">
                <a:off x="403" y="-1319"/>
                <a:ext cx="2624" cy="2624"/>
              </a:xfrm>
              <a:prstGeom prst="rtTriangle">
                <a:avLst/>
              </a:prstGeom>
              <a:solidFill>
                <a:srgbClr val="1C4F9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4291" y="4202"/>
              <a:ext cx="10486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四</a:t>
              </a:r>
              <a:r>
                <a:rPr lang="en-US" altLang="zh-CN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、</a:t>
              </a:r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性能</a:t>
              </a:r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分析</a:t>
              </a:r>
              <a:endParaRPr lang="zh-CN" altLang="en-US" sz="80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</a:t>
              </a:r>
              <a:endParaRPr lang="en-US" altLang="zh-CN" sz="3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4263" y="8638"/>
              <a:ext cx="7064" cy="4307"/>
              <a:chOff x="16183" y="9681"/>
              <a:chExt cx="4304" cy="2624"/>
            </a:xfrm>
          </p:grpSpPr>
          <p:sp>
            <p:nvSpPr>
              <p:cNvPr id="9" name="直角三角形 8"/>
              <p:cNvSpPr/>
              <p:nvPr/>
            </p:nvSpPr>
            <p:spPr>
              <a:xfrm rot="18900000" flipH="1" flipV="1">
                <a:off x="17863" y="9681"/>
                <a:ext cx="2624" cy="2624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10" name="直角三角形 9"/>
              <p:cNvSpPr/>
              <p:nvPr/>
            </p:nvSpPr>
            <p:spPr>
              <a:xfrm rot="18900000" flipH="1" flipV="1">
                <a:off x="16183" y="9681"/>
                <a:ext cx="2624" cy="2624"/>
              </a:xfrm>
              <a:prstGeom prst="rtTriangle">
                <a:avLst/>
              </a:prstGeom>
              <a:solidFill>
                <a:srgbClr val="1C4F9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p:transition advTm="2000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4.1 </a:t>
            </a:r>
            <a:r>
              <a:t>性能测试与瓶颈分析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50900" y="713105"/>
          <a:ext cx="49707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225"/>
                <a:gridCol w="1104900"/>
                <a:gridCol w="1104265"/>
                <a:gridCol w="121539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基准值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实测值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冷启动时间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~380ms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热启动时间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200ms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~120ms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常规计算响应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16ms (1帧)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复杂计算响应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~45ms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良好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FPS (交互状态)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&gt;= 55fps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58-60fps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流畅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内存占用 (空闲)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50MB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~35MB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内存占用 (峰值)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150MB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~85MB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良好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占用 (密集)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GC 频率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5次/min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~2-3次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931408" y="713232"/>
            <a:ext cx="4279392" cy="2377440"/>
          </a:xfrm>
          <a:prstGeom prst="roundRect">
            <a:avLst/>
          </a:prstGeom>
          <a:solidFill>
            <a:srgbClr val="FD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68568" y="786384"/>
            <a:ext cx="27432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8C00"/>
                </a:solidFill>
                <a:latin typeface="微软雅黑"/>
              </a:defRPr>
            </a:pPr>
            <a:r>
              <a:t>CPU 热点分布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68568" y="1051560"/>
            <a:ext cx="2560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CalculatorImpl.numpadClicked()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320" y="1051560"/>
            <a:ext cx="5486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8568" y="1234439"/>
            <a:ext cx="393192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StringBuilder.append 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8568" y="1389888"/>
            <a:ext cx="2560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EvalEx Expression.evaluate()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6320" y="1389888"/>
            <a:ext cx="5486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8568" y="1572768"/>
            <a:ext cx="393192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词法 Lexer 10% / Parser 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8568" y="1728216"/>
            <a:ext cx="2560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ConverterView.convertValue()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6320" y="1728216"/>
            <a:ext cx="5486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8568" y="1911096"/>
            <a:ext cx="393192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toBase 10% / fromBase 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8568" y="2066544"/>
            <a:ext cx="2560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Room DB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6320" y="2066544"/>
            <a:ext cx="5486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8568" y="2249424"/>
            <a:ext cx="393192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INSERT/UPDATE 5% / SELECT 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8568" y="2404872"/>
            <a:ext cx="2560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UI Rendering (Measure/Layout)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6320" y="2404872"/>
            <a:ext cx="5486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8568" y="2743200"/>
            <a:ext cx="25603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Other (GC/System)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6320" y="2743200"/>
            <a:ext cx="5486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15%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31408" y="3200400"/>
          <a:ext cx="4279265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77240"/>
                <a:gridCol w="2130425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瓶颈位置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优化建议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线程阻塞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🔴 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将 EvalEx 求值移至协程/后台线程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NumberFormatHelper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引入缓存机制，仅在值变化时格式化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ConverterView 实时转换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加入防抖 debounce 300ms 延迟后转换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Room 写入频繁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批量写入或 Write-Ahead Logging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EvalEx 解析开销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🟢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固定模式预编译表达式模板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50265" y="3849370"/>
          <a:ext cx="4925695" cy="224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780"/>
                <a:gridCol w="2458085"/>
                <a:gridCol w="1433830"/>
              </a:tblGrid>
              <a:tr h="43878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场景编号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关注指标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冷启动测试 (&lt;500ms)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启动耗时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连续基础计算 ×100次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/ 响应速度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连续复杂计算 ×100次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/ 内存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大数精度计算 (999M×999M)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 / 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单位转换压力测试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响应 / 抖动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历史记录插入 ×1000条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DB IO / 内存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长时间运行稳定性 10min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泄漏 / GC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931408" y="5074920"/>
            <a:ext cx="4279392" cy="320040"/>
          </a:xfrm>
          <a:prstGeom prst="roundRect">
            <a:avLst/>
          </a:prstGeom>
          <a:solidFill>
            <a:srgbClr val="DCE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68568" y="5111496"/>
            <a:ext cx="4005072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3A047"/>
                </a:solidFill>
                <a:latin typeface="微软雅黑"/>
              </a:defRPr>
            </a:pPr>
            <a:r>
              <a:t>路线图: Phase1 协程化+防抖 → Phase2 缓存+WAL → Phase3 Compose迁移</a:t>
            </a:r>
          </a:p>
        </p:txBody>
      </p:sp>
    </p:spTree>
  </p:cSld>
  <p:clrMapOvr>
    <a:masterClrMapping/>
  </p:clrMapOvr>
  <p:transition advTm="2000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rPr lang="en-US"/>
              <a:t>4.2 </a:t>
            </a:r>
            <a:r>
              <a:t>测试总结与未来展望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4404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89759" y="758952"/>
            <a:ext cx="19659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测试规模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9760" y="1005840"/>
            <a:ext cx="21031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18类 / 91+用例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9288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38600" y="758952"/>
            <a:ext cx="19659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整体通过率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8600" y="1005840"/>
            <a:ext cx="19659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~95%+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1720" y="713232"/>
            <a:ext cx="2057400" cy="777240"/>
          </a:xfrm>
          <a:prstGeom prst="roundRect">
            <a:avLst/>
          </a:prstGeom>
          <a:solidFill>
            <a:srgbClr val="FB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7440" y="758952"/>
            <a:ext cx="19659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行覆盖率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440" y="1005840"/>
            <a:ext cx="19659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35.3%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9056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6280" y="758952"/>
            <a:ext cx="19659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冷启动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280" y="1005840"/>
            <a:ext cx="19659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~380ms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06880" y="1600200"/>
          <a:ext cx="4114800" cy="2748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822960"/>
                <a:gridCol w="1005840"/>
              </a:tblGrid>
              <a:tr h="2997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集成测试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基础四则运算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数字格式化 (i18n)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 (9类)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**优秀 98.2%**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计算历史 CRUD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基本完整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交互 (按钮/清除)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高级运算 (幂/根/%)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待完善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 (Compose)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小部件 Widget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基础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31408" y="1600200"/>
          <a:ext cx="4279265" cy="219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353185"/>
              </a:tblGrid>
              <a:tr h="31051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挑战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经验教训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依赖隔离困难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MockK mock 构造函数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精心设计 Mock 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vs 真机差异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双版本互补策略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单元验证逻辑 / 集成验证行为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 覆盖率合并问题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分别报告交叉验证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排除自动生成代码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单例测试污染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独立 DB 文件 + tearDown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测试隔离至关重要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温度非线性转换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过滤 TemperatureConverter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特殊边界需单独处理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测试不稳定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IdleResource 显式等待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避免硬编码 sleep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706880" y="4434840"/>
            <a:ext cx="8822690" cy="1935480"/>
          </a:xfrm>
          <a:prstGeom prst="roundRect">
            <a:avLst/>
          </a:prstGeom>
          <a:solidFill>
            <a:srgbClr val="2835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7192" y="4507992"/>
            <a:ext cx="1188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BDEFB"/>
                </a:solidFill>
                <a:latin typeface="微软雅黑"/>
              </a:defRPr>
            </a:pPr>
            <a:r>
              <a:t>功能正确性: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5912" y="4507992"/>
            <a:ext cx="71323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核心四则运算、单位转换、CRUD 操作均符合预期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1472" y="4677155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测试覆盖率:  converters 模块 98.2% 优异；其他模块待提升 (整体 35.3%)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1472" y="4846319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性能表现:  冷启动 ~380ms，内存 35-85MB，CPU 负载健康，优于行业基准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1472" y="5015483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总评:  系统功能基本正确，测试框架搭建完成，具备生产就绪潜力</a:t>
            </a:r>
          </a:p>
        </p:txBody>
      </p:sp>
    </p:spTree>
  </p:cSld>
  <p:clrMapOvr>
    <a:masterClrMapping/>
  </p:clrMapOvr>
  <p:transition advTm="2000"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1368405" cy="5916930"/>
            <a:chOff x="-359" y="0"/>
            <a:chExt cx="17903" cy="9318"/>
          </a:xfrm>
        </p:grpSpPr>
        <p:pic>
          <p:nvPicPr>
            <p:cNvPr id="6" name="图片 5" descr="C:\Users\Administrator\Downloads\02.千库\毕业答辩\千库网_周末好友聚会讨论问题_摄影图编号80169.jpg千库网_周末好友聚会讨论问题_摄影图编号80169"/>
            <p:cNvPicPr>
              <a:picLocks noChangeAspect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>
            <a:xfrm>
              <a:off x="1664" y="4204"/>
              <a:ext cx="7943" cy="5114"/>
            </a:xfrm>
            <a:prstGeom prst="rect">
              <a:avLst/>
            </a:prstGeom>
          </p:spPr>
        </p:pic>
        <p:sp>
          <p:nvSpPr>
            <p:cNvPr id="34" name="圆角矩形 50"/>
            <p:cNvSpPr/>
            <p:nvPr/>
          </p:nvSpPr>
          <p:spPr>
            <a:xfrm>
              <a:off x="1665" y="2718"/>
              <a:ext cx="7942" cy="1168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22" name="圆角矩形 50"/>
            <p:cNvSpPr/>
            <p:nvPr/>
          </p:nvSpPr>
          <p:spPr>
            <a:xfrm>
              <a:off x="10104" y="2718"/>
              <a:ext cx="7431" cy="1168"/>
            </a:xfrm>
            <a:prstGeom prst="roundRect">
              <a:avLst>
                <a:gd name="adj" fmla="val 0"/>
              </a:avLst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7" name="圆角矩形 50"/>
            <p:cNvSpPr/>
            <p:nvPr/>
          </p:nvSpPr>
          <p:spPr>
            <a:xfrm>
              <a:off x="10104" y="6969"/>
              <a:ext cx="7431" cy="1167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916" y="3018"/>
              <a:ext cx="7440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  <a:endParaRPr lang="zh-CN" altLang="en-US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102" y="7239"/>
              <a:ext cx="7442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  <a:endParaRPr lang="zh-CN" altLang="en-US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102" y="2988"/>
              <a:ext cx="7442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  <a:endParaRPr lang="zh-CN" altLang="en-US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10269" y="4204"/>
              <a:ext cx="7266" cy="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269" y="8274"/>
              <a:ext cx="7266" cy="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00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421110" cy="4839970"/>
            <a:chOff x="-359" y="0"/>
            <a:chExt cx="17986" cy="7622"/>
          </a:xfrm>
        </p:grpSpPr>
        <p:grpSp>
          <p:nvGrpSpPr>
            <p:cNvPr id="3" name="组合 2"/>
            <p:cNvGrpSpPr/>
            <p:nvPr/>
          </p:nvGrpSpPr>
          <p:grpSpPr>
            <a:xfrm>
              <a:off x="1573" y="3249"/>
              <a:ext cx="16054" cy="4373"/>
              <a:chOff x="969" y="2931"/>
              <a:chExt cx="16054" cy="4373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1487" y="2931"/>
                <a:ext cx="15018" cy="1725"/>
                <a:chOff x="696" y="2918"/>
                <a:chExt cx="17375" cy="1996"/>
              </a:xfrm>
            </p:grpSpPr>
            <p:cxnSp>
              <p:nvCxnSpPr>
                <p:cNvPr id="4" name="直接连接符 84"/>
                <p:cNvCxnSpPr/>
                <p:nvPr/>
              </p:nvCxnSpPr>
              <p:spPr>
                <a:xfrm flipV="1">
                  <a:off x="6601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rgbClr val="0C4B6B"/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9" name="Group 53"/>
                <p:cNvGrpSpPr/>
                <p:nvPr/>
              </p:nvGrpSpPr>
              <p:grpSpPr>
                <a:xfrm>
                  <a:off x="696" y="2933"/>
                  <a:ext cx="1979" cy="1980"/>
                  <a:chOff x="7683929" y="9649657"/>
                  <a:chExt cx="1999231" cy="1999752"/>
                </a:xfrm>
              </p:grpSpPr>
              <p:grpSp>
                <p:nvGrpSpPr>
                  <p:cNvPr id="10" name="Group 78"/>
                  <p:cNvGrpSpPr/>
                  <p:nvPr/>
                </p:nvGrpSpPr>
                <p:grpSpPr>
                  <a:xfrm rot="21316916">
                    <a:off x="7683929" y="9649657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12" name="Oval 81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13" name="Oval 82"/>
                    <p:cNvSpPr/>
                    <p:nvPr/>
                  </p:nvSpPr>
                  <p:spPr>
                    <a:xfrm rot="299999">
                      <a:off x="5286107" y="5332685"/>
                      <a:ext cx="2832537" cy="2833275"/>
                    </a:xfrm>
                    <a:prstGeom prst="diamond">
                      <a:avLst/>
                    </a:prstGeom>
                    <a:solidFill>
                      <a:srgbClr val="1C4F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11" name="Freeform 3"/>
                  <p:cNvSpPr>
                    <a:spLocks noChangeArrowheads="1"/>
                  </p:cNvSpPr>
                  <p:nvPr/>
                </p:nvSpPr>
                <p:spPr bwMode="auto">
                  <a:xfrm>
                    <a:off x="8300770" y="10295371"/>
                    <a:ext cx="804670" cy="648009"/>
                  </a:xfrm>
                  <a:custGeom>
                    <a:avLst/>
                    <a:gdLst>
                      <a:gd name="T0" fmla="*/ 487 w 497"/>
                      <a:gd name="T1" fmla="*/ 71 h 400"/>
                      <a:gd name="T2" fmla="*/ 487 w 497"/>
                      <a:gd name="T3" fmla="*/ 71 h 400"/>
                      <a:gd name="T4" fmla="*/ 372 w 497"/>
                      <a:gd name="T5" fmla="*/ 0 h 400"/>
                      <a:gd name="T6" fmla="*/ 354 w 497"/>
                      <a:gd name="T7" fmla="*/ 0 h 400"/>
                      <a:gd name="T8" fmla="*/ 248 w 497"/>
                      <a:gd name="T9" fmla="*/ 71 h 400"/>
                      <a:gd name="T10" fmla="*/ 142 w 497"/>
                      <a:gd name="T11" fmla="*/ 0 h 400"/>
                      <a:gd name="T12" fmla="*/ 123 w 497"/>
                      <a:gd name="T13" fmla="*/ 0 h 400"/>
                      <a:gd name="T14" fmla="*/ 8 w 497"/>
                      <a:gd name="T15" fmla="*/ 71 h 400"/>
                      <a:gd name="T16" fmla="*/ 0 w 497"/>
                      <a:gd name="T17" fmla="*/ 89 h 400"/>
                      <a:gd name="T18" fmla="*/ 0 w 497"/>
                      <a:gd name="T19" fmla="*/ 382 h 400"/>
                      <a:gd name="T20" fmla="*/ 8 w 497"/>
                      <a:gd name="T21" fmla="*/ 390 h 400"/>
                      <a:gd name="T22" fmla="*/ 26 w 497"/>
                      <a:gd name="T23" fmla="*/ 390 h 400"/>
                      <a:gd name="T24" fmla="*/ 132 w 497"/>
                      <a:gd name="T25" fmla="*/ 328 h 400"/>
                      <a:gd name="T26" fmla="*/ 239 w 497"/>
                      <a:gd name="T27" fmla="*/ 390 h 400"/>
                      <a:gd name="T28" fmla="*/ 257 w 497"/>
                      <a:gd name="T29" fmla="*/ 390 h 400"/>
                      <a:gd name="T30" fmla="*/ 363 w 497"/>
                      <a:gd name="T31" fmla="*/ 328 h 400"/>
                      <a:gd name="T32" fmla="*/ 470 w 497"/>
                      <a:gd name="T33" fmla="*/ 390 h 400"/>
                      <a:gd name="T34" fmla="*/ 478 w 497"/>
                      <a:gd name="T35" fmla="*/ 399 h 400"/>
                      <a:gd name="T36" fmla="*/ 487 w 497"/>
                      <a:gd name="T37" fmla="*/ 390 h 400"/>
                      <a:gd name="T38" fmla="*/ 496 w 497"/>
                      <a:gd name="T39" fmla="*/ 382 h 400"/>
                      <a:gd name="T40" fmla="*/ 496 w 497"/>
                      <a:gd name="T41" fmla="*/ 89 h 400"/>
                      <a:gd name="T42" fmla="*/ 487 w 497"/>
                      <a:gd name="T43" fmla="*/ 71 h 400"/>
                      <a:gd name="T44" fmla="*/ 115 w 497"/>
                      <a:gd name="T45" fmla="*/ 293 h 400"/>
                      <a:gd name="T46" fmla="*/ 115 w 497"/>
                      <a:gd name="T47" fmla="*/ 293 h 400"/>
                      <a:gd name="T48" fmla="*/ 35 w 497"/>
                      <a:gd name="T49" fmla="*/ 346 h 400"/>
                      <a:gd name="T50" fmla="*/ 35 w 497"/>
                      <a:gd name="T51" fmla="*/ 98 h 400"/>
                      <a:gd name="T52" fmla="*/ 115 w 497"/>
                      <a:gd name="T53" fmla="*/ 44 h 400"/>
                      <a:gd name="T54" fmla="*/ 115 w 497"/>
                      <a:gd name="T55" fmla="*/ 293 h 400"/>
                      <a:gd name="T56" fmla="*/ 230 w 497"/>
                      <a:gd name="T57" fmla="*/ 346 h 400"/>
                      <a:gd name="T58" fmla="*/ 230 w 497"/>
                      <a:gd name="T59" fmla="*/ 346 h 400"/>
                      <a:gd name="T60" fmla="*/ 150 w 497"/>
                      <a:gd name="T61" fmla="*/ 293 h 400"/>
                      <a:gd name="T62" fmla="*/ 150 w 497"/>
                      <a:gd name="T63" fmla="*/ 44 h 400"/>
                      <a:gd name="T64" fmla="*/ 230 w 497"/>
                      <a:gd name="T65" fmla="*/ 98 h 400"/>
                      <a:gd name="T66" fmla="*/ 230 w 497"/>
                      <a:gd name="T67" fmla="*/ 346 h 400"/>
                      <a:gd name="T68" fmla="*/ 345 w 497"/>
                      <a:gd name="T69" fmla="*/ 293 h 400"/>
                      <a:gd name="T70" fmla="*/ 345 w 497"/>
                      <a:gd name="T71" fmla="*/ 293 h 400"/>
                      <a:gd name="T72" fmla="*/ 266 w 497"/>
                      <a:gd name="T73" fmla="*/ 346 h 400"/>
                      <a:gd name="T74" fmla="*/ 266 w 497"/>
                      <a:gd name="T75" fmla="*/ 98 h 400"/>
                      <a:gd name="T76" fmla="*/ 345 w 497"/>
                      <a:gd name="T77" fmla="*/ 44 h 400"/>
                      <a:gd name="T78" fmla="*/ 345 w 497"/>
                      <a:gd name="T79" fmla="*/ 293 h 400"/>
                      <a:gd name="T80" fmla="*/ 461 w 497"/>
                      <a:gd name="T81" fmla="*/ 346 h 400"/>
                      <a:gd name="T82" fmla="*/ 461 w 497"/>
                      <a:gd name="T83" fmla="*/ 346 h 400"/>
                      <a:gd name="T84" fmla="*/ 380 w 497"/>
                      <a:gd name="T85" fmla="*/ 293 h 400"/>
                      <a:gd name="T86" fmla="*/ 380 w 497"/>
                      <a:gd name="T87" fmla="*/ 44 h 400"/>
                      <a:gd name="T88" fmla="*/ 461 w 497"/>
                      <a:gd name="T89" fmla="*/ 98 h 400"/>
                      <a:gd name="T90" fmla="*/ 461 w 497"/>
                      <a:gd name="T91" fmla="*/ 346 h 4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497" h="400">
                        <a:moveTo>
                          <a:pt x="487" y="71"/>
                        </a:moveTo>
                        <a:lnTo>
                          <a:pt x="487" y="71"/>
                        </a:lnTo>
                        <a:cubicBezTo>
                          <a:pt x="372" y="0"/>
                          <a:pt x="372" y="0"/>
                          <a:pt x="372" y="0"/>
                        </a:cubicBezTo>
                        <a:cubicBezTo>
                          <a:pt x="363" y="0"/>
                          <a:pt x="363" y="0"/>
                          <a:pt x="354" y="0"/>
                        </a:cubicBezTo>
                        <a:cubicBezTo>
                          <a:pt x="248" y="71"/>
                          <a:pt x="248" y="71"/>
                          <a:pt x="248" y="71"/>
                        </a:cubicBezTo>
                        <a:cubicBezTo>
                          <a:pt x="142" y="0"/>
                          <a:pt x="142" y="0"/>
                          <a:pt x="142" y="0"/>
                        </a:cubicBezTo>
                        <a:cubicBezTo>
                          <a:pt x="132" y="0"/>
                          <a:pt x="132" y="0"/>
                          <a:pt x="123" y="0"/>
                        </a:cubicBezTo>
                        <a:cubicBezTo>
                          <a:pt x="8" y="71"/>
                          <a:pt x="8" y="71"/>
                          <a:pt x="8" y="71"/>
                        </a:cubicBezTo>
                        <a:cubicBezTo>
                          <a:pt x="0" y="80"/>
                          <a:pt x="0" y="80"/>
                          <a:pt x="0" y="89"/>
                        </a:cubicBezTo>
                        <a:cubicBezTo>
                          <a:pt x="0" y="382"/>
                          <a:pt x="0" y="382"/>
                          <a:pt x="0" y="382"/>
                        </a:cubicBezTo>
                        <a:cubicBezTo>
                          <a:pt x="0" y="382"/>
                          <a:pt x="0" y="390"/>
                          <a:pt x="8" y="390"/>
                        </a:cubicBezTo>
                        <a:cubicBezTo>
                          <a:pt x="8" y="399"/>
                          <a:pt x="17" y="399"/>
                          <a:pt x="26" y="390"/>
                        </a:cubicBezTo>
                        <a:cubicBezTo>
                          <a:pt x="132" y="328"/>
                          <a:pt x="132" y="328"/>
                          <a:pt x="132" y="328"/>
                        </a:cubicBezTo>
                        <a:cubicBezTo>
                          <a:pt x="239" y="390"/>
                          <a:pt x="239" y="390"/>
                          <a:pt x="239" y="390"/>
                        </a:cubicBezTo>
                        <a:cubicBezTo>
                          <a:pt x="248" y="399"/>
                          <a:pt x="248" y="399"/>
                          <a:pt x="257" y="390"/>
                        </a:cubicBezTo>
                        <a:cubicBezTo>
                          <a:pt x="363" y="328"/>
                          <a:pt x="363" y="328"/>
                          <a:pt x="363" y="328"/>
                        </a:cubicBezTo>
                        <a:cubicBezTo>
                          <a:pt x="470" y="390"/>
                          <a:pt x="470" y="390"/>
                          <a:pt x="470" y="390"/>
                        </a:cubicBezTo>
                        <a:cubicBezTo>
                          <a:pt x="470" y="399"/>
                          <a:pt x="478" y="399"/>
                          <a:pt x="478" y="399"/>
                        </a:cubicBezTo>
                        <a:cubicBezTo>
                          <a:pt x="478" y="399"/>
                          <a:pt x="487" y="399"/>
                          <a:pt x="487" y="390"/>
                        </a:cubicBezTo>
                        <a:cubicBezTo>
                          <a:pt x="496" y="390"/>
                          <a:pt x="496" y="382"/>
                          <a:pt x="496" y="382"/>
                        </a:cubicBezTo>
                        <a:cubicBezTo>
                          <a:pt x="496" y="89"/>
                          <a:pt x="496" y="89"/>
                          <a:pt x="496" y="89"/>
                        </a:cubicBezTo>
                        <a:cubicBezTo>
                          <a:pt x="496" y="80"/>
                          <a:pt x="496" y="80"/>
                          <a:pt x="487" y="71"/>
                        </a:cubicBezTo>
                        <a:close/>
                        <a:moveTo>
                          <a:pt x="115" y="293"/>
                        </a:moveTo>
                        <a:lnTo>
                          <a:pt x="115" y="293"/>
                        </a:lnTo>
                        <a:cubicBezTo>
                          <a:pt x="35" y="346"/>
                          <a:pt x="35" y="346"/>
                          <a:pt x="35" y="346"/>
                        </a:cubicBezTo>
                        <a:cubicBezTo>
                          <a:pt x="35" y="98"/>
                          <a:pt x="35" y="98"/>
                          <a:pt x="35" y="98"/>
                        </a:cubicBezTo>
                        <a:cubicBezTo>
                          <a:pt x="115" y="44"/>
                          <a:pt x="115" y="44"/>
                          <a:pt x="115" y="44"/>
                        </a:cubicBezTo>
                        <a:lnTo>
                          <a:pt x="115" y="293"/>
                        </a:lnTo>
                        <a:close/>
                        <a:moveTo>
                          <a:pt x="230" y="346"/>
                        </a:moveTo>
                        <a:lnTo>
                          <a:pt x="230" y="346"/>
                        </a:lnTo>
                        <a:cubicBezTo>
                          <a:pt x="150" y="293"/>
                          <a:pt x="150" y="293"/>
                          <a:pt x="150" y="293"/>
                        </a:cubicBezTo>
                        <a:cubicBezTo>
                          <a:pt x="150" y="44"/>
                          <a:pt x="150" y="44"/>
                          <a:pt x="150" y="44"/>
                        </a:cubicBezTo>
                        <a:cubicBezTo>
                          <a:pt x="230" y="98"/>
                          <a:pt x="230" y="98"/>
                          <a:pt x="230" y="98"/>
                        </a:cubicBezTo>
                        <a:lnTo>
                          <a:pt x="230" y="346"/>
                        </a:lnTo>
                        <a:close/>
                        <a:moveTo>
                          <a:pt x="345" y="293"/>
                        </a:moveTo>
                        <a:lnTo>
                          <a:pt x="345" y="293"/>
                        </a:lnTo>
                        <a:cubicBezTo>
                          <a:pt x="266" y="346"/>
                          <a:pt x="266" y="346"/>
                          <a:pt x="266" y="346"/>
                        </a:cubicBezTo>
                        <a:cubicBezTo>
                          <a:pt x="266" y="98"/>
                          <a:pt x="266" y="98"/>
                          <a:pt x="266" y="98"/>
                        </a:cubicBezTo>
                        <a:cubicBezTo>
                          <a:pt x="345" y="44"/>
                          <a:pt x="345" y="44"/>
                          <a:pt x="345" y="44"/>
                        </a:cubicBezTo>
                        <a:lnTo>
                          <a:pt x="345" y="293"/>
                        </a:lnTo>
                        <a:close/>
                        <a:moveTo>
                          <a:pt x="461" y="346"/>
                        </a:moveTo>
                        <a:lnTo>
                          <a:pt x="461" y="346"/>
                        </a:lnTo>
                        <a:cubicBezTo>
                          <a:pt x="380" y="293"/>
                          <a:pt x="380" y="293"/>
                          <a:pt x="380" y="293"/>
                        </a:cubicBezTo>
                        <a:cubicBezTo>
                          <a:pt x="380" y="44"/>
                          <a:pt x="380" y="44"/>
                          <a:pt x="380" y="44"/>
                        </a:cubicBezTo>
                        <a:cubicBezTo>
                          <a:pt x="461" y="98"/>
                          <a:pt x="461" y="98"/>
                          <a:pt x="461" y="98"/>
                        </a:cubicBezTo>
                        <a:lnTo>
                          <a:pt x="461" y="346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5" name="Group 54"/>
                <p:cNvGrpSpPr/>
                <p:nvPr/>
              </p:nvGrpSpPr>
              <p:grpSpPr>
                <a:xfrm>
                  <a:off x="12308" y="2934"/>
                  <a:ext cx="1979" cy="1980"/>
                  <a:chOff x="14361737" y="2978422"/>
                  <a:chExt cx="1999231" cy="1999752"/>
                </a:xfrm>
              </p:grpSpPr>
              <p:grpSp>
                <p:nvGrpSpPr>
                  <p:cNvPr id="15" name="Group 74"/>
                  <p:cNvGrpSpPr/>
                  <p:nvPr/>
                </p:nvGrpSpPr>
                <p:grpSpPr>
                  <a:xfrm rot="21316916">
                    <a:off x="14361737" y="2978422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17" name="Oval 76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18" name="Oval 77"/>
                    <p:cNvSpPr/>
                    <p:nvPr/>
                  </p:nvSpPr>
                  <p:spPr>
                    <a:xfrm rot="299999">
                      <a:off x="5286107" y="5332685"/>
                      <a:ext cx="2832537" cy="2833275"/>
                    </a:xfrm>
                    <a:prstGeom prst="diamond">
                      <a:avLst/>
                    </a:prstGeom>
                    <a:solidFill>
                      <a:schemeClr val="bg2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16" name="Freeform 22"/>
                  <p:cNvSpPr>
                    <a:spLocks noChangeArrowheads="1"/>
                  </p:cNvSpPr>
                  <p:nvPr/>
                </p:nvSpPr>
                <p:spPr bwMode="auto">
                  <a:xfrm>
                    <a:off x="15014064" y="3584307"/>
                    <a:ext cx="747702" cy="747708"/>
                  </a:xfrm>
                  <a:custGeom>
                    <a:avLst/>
                    <a:gdLst>
                      <a:gd name="T0" fmla="*/ 230 w 461"/>
                      <a:gd name="T1" fmla="*/ 8 h 461"/>
                      <a:gd name="T2" fmla="*/ 230 w 461"/>
                      <a:gd name="T3" fmla="*/ 8 h 461"/>
                      <a:gd name="T4" fmla="*/ 0 w 461"/>
                      <a:gd name="T5" fmla="*/ 239 h 461"/>
                      <a:gd name="T6" fmla="*/ 230 w 461"/>
                      <a:gd name="T7" fmla="*/ 460 h 461"/>
                      <a:gd name="T8" fmla="*/ 460 w 461"/>
                      <a:gd name="T9" fmla="*/ 230 h 461"/>
                      <a:gd name="T10" fmla="*/ 230 w 461"/>
                      <a:gd name="T11" fmla="*/ 8 h 461"/>
                      <a:gd name="T12" fmla="*/ 230 w 461"/>
                      <a:gd name="T13" fmla="*/ 35 h 461"/>
                      <a:gd name="T14" fmla="*/ 230 w 461"/>
                      <a:gd name="T15" fmla="*/ 35 h 461"/>
                      <a:gd name="T16" fmla="*/ 319 w 461"/>
                      <a:gd name="T17" fmla="*/ 53 h 461"/>
                      <a:gd name="T18" fmla="*/ 291 w 461"/>
                      <a:gd name="T19" fmla="*/ 106 h 461"/>
                      <a:gd name="T20" fmla="*/ 230 w 461"/>
                      <a:gd name="T21" fmla="*/ 97 h 461"/>
                      <a:gd name="T22" fmla="*/ 168 w 461"/>
                      <a:gd name="T23" fmla="*/ 106 h 461"/>
                      <a:gd name="T24" fmla="*/ 141 w 461"/>
                      <a:gd name="T25" fmla="*/ 53 h 461"/>
                      <a:gd name="T26" fmla="*/ 230 w 461"/>
                      <a:gd name="T27" fmla="*/ 35 h 461"/>
                      <a:gd name="T28" fmla="*/ 106 w 461"/>
                      <a:gd name="T29" fmla="*/ 292 h 461"/>
                      <a:gd name="T30" fmla="*/ 106 w 461"/>
                      <a:gd name="T31" fmla="*/ 292 h 461"/>
                      <a:gd name="T32" fmla="*/ 53 w 461"/>
                      <a:gd name="T33" fmla="*/ 327 h 461"/>
                      <a:gd name="T34" fmla="*/ 35 w 461"/>
                      <a:gd name="T35" fmla="*/ 239 h 461"/>
                      <a:gd name="T36" fmla="*/ 53 w 461"/>
                      <a:gd name="T37" fmla="*/ 141 h 461"/>
                      <a:gd name="T38" fmla="*/ 106 w 461"/>
                      <a:gd name="T39" fmla="*/ 167 h 461"/>
                      <a:gd name="T40" fmla="*/ 88 w 461"/>
                      <a:gd name="T41" fmla="*/ 230 h 461"/>
                      <a:gd name="T42" fmla="*/ 106 w 461"/>
                      <a:gd name="T43" fmla="*/ 292 h 461"/>
                      <a:gd name="T44" fmla="*/ 230 w 461"/>
                      <a:gd name="T45" fmla="*/ 433 h 461"/>
                      <a:gd name="T46" fmla="*/ 230 w 461"/>
                      <a:gd name="T47" fmla="*/ 433 h 461"/>
                      <a:gd name="T48" fmla="*/ 141 w 461"/>
                      <a:gd name="T49" fmla="*/ 407 h 461"/>
                      <a:gd name="T50" fmla="*/ 168 w 461"/>
                      <a:gd name="T51" fmla="*/ 354 h 461"/>
                      <a:gd name="T52" fmla="*/ 230 w 461"/>
                      <a:gd name="T53" fmla="*/ 372 h 461"/>
                      <a:gd name="T54" fmla="*/ 291 w 461"/>
                      <a:gd name="T55" fmla="*/ 354 h 461"/>
                      <a:gd name="T56" fmla="*/ 319 w 461"/>
                      <a:gd name="T57" fmla="*/ 407 h 461"/>
                      <a:gd name="T58" fmla="*/ 230 w 461"/>
                      <a:gd name="T59" fmla="*/ 433 h 461"/>
                      <a:gd name="T60" fmla="*/ 230 w 461"/>
                      <a:gd name="T61" fmla="*/ 345 h 461"/>
                      <a:gd name="T62" fmla="*/ 230 w 461"/>
                      <a:gd name="T63" fmla="*/ 345 h 461"/>
                      <a:gd name="T64" fmla="*/ 124 w 461"/>
                      <a:gd name="T65" fmla="*/ 230 h 461"/>
                      <a:gd name="T66" fmla="*/ 230 w 461"/>
                      <a:gd name="T67" fmla="*/ 123 h 461"/>
                      <a:gd name="T68" fmla="*/ 336 w 461"/>
                      <a:gd name="T69" fmla="*/ 230 h 461"/>
                      <a:gd name="T70" fmla="*/ 230 w 461"/>
                      <a:gd name="T71" fmla="*/ 345 h 461"/>
                      <a:gd name="T72" fmla="*/ 354 w 461"/>
                      <a:gd name="T73" fmla="*/ 292 h 461"/>
                      <a:gd name="T74" fmla="*/ 354 w 461"/>
                      <a:gd name="T75" fmla="*/ 292 h 461"/>
                      <a:gd name="T76" fmla="*/ 372 w 461"/>
                      <a:gd name="T77" fmla="*/ 230 h 461"/>
                      <a:gd name="T78" fmla="*/ 354 w 461"/>
                      <a:gd name="T79" fmla="*/ 167 h 461"/>
                      <a:gd name="T80" fmla="*/ 407 w 461"/>
                      <a:gd name="T81" fmla="*/ 141 h 461"/>
                      <a:gd name="T82" fmla="*/ 425 w 461"/>
                      <a:gd name="T83" fmla="*/ 230 h 461"/>
                      <a:gd name="T84" fmla="*/ 407 w 461"/>
                      <a:gd name="T85" fmla="*/ 327 h 461"/>
                      <a:gd name="T86" fmla="*/ 354 w 461"/>
                      <a:gd name="T87" fmla="*/ 292 h 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461" h="461">
                        <a:moveTo>
                          <a:pt x="230" y="8"/>
                        </a:moveTo>
                        <a:lnTo>
                          <a:pt x="230" y="8"/>
                        </a:lnTo>
                        <a:cubicBezTo>
                          <a:pt x="97" y="8"/>
                          <a:pt x="0" y="106"/>
                          <a:pt x="0" y="239"/>
                        </a:cubicBezTo>
                        <a:cubicBezTo>
                          <a:pt x="0" y="363"/>
                          <a:pt x="106" y="460"/>
                          <a:pt x="230" y="460"/>
                        </a:cubicBezTo>
                        <a:cubicBezTo>
                          <a:pt x="363" y="460"/>
                          <a:pt x="460" y="354"/>
                          <a:pt x="460" y="230"/>
                        </a:cubicBezTo>
                        <a:cubicBezTo>
                          <a:pt x="460" y="106"/>
                          <a:pt x="354" y="0"/>
                          <a:pt x="230" y="8"/>
                        </a:cubicBezTo>
                        <a:close/>
                        <a:moveTo>
                          <a:pt x="230" y="35"/>
                        </a:moveTo>
                        <a:lnTo>
                          <a:pt x="230" y="35"/>
                        </a:lnTo>
                        <a:cubicBezTo>
                          <a:pt x="256" y="35"/>
                          <a:pt x="291" y="44"/>
                          <a:pt x="319" y="53"/>
                        </a:cubicBezTo>
                        <a:cubicBezTo>
                          <a:pt x="291" y="106"/>
                          <a:pt x="291" y="106"/>
                          <a:pt x="291" y="106"/>
                        </a:cubicBezTo>
                        <a:cubicBezTo>
                          <a:pt x="275" y="97"/>
                          <a:pt x="247" y="97"/>
                          <a:pt x="230" y="97"/>
                        </a:cubicBezTo>
                        <a:cubicBezTo>
                          <a:pt x="203" y="97"/>
                          <a:pt x="185" y="97"/>
                          <a:pt x="168" y="106"/>
                        </a:cubicBezTo>
                        <a:cubicBezTo>
                          <a:pt x="141" y="53"/>
                          <a:pt x="141" y="53"/>
                          <a:pt x="141" y="53"/>
                        </a:cubicBezTo>
                        <a:cubicBezTo>
                          <a:pt x="168" y="44"/>
                          <a:pt x="194" y="35"/>
                          <a:pt x="230" y="35"/>
                        </a:cubicBezTo>
                        <a:close/>
                        <a:moveTo>
                          <a:pt x="106" y="292"/>
                        </a:moveTo>
                        <a:lnTo>
                          <a:pt x="106" y="292"/>
                        </a:lnTo>
                        <a:cubicBezTo>
                          <a:pt x="53" y="327"/>
                          <a:pt x="53" y="327"/>
                          <a:pt x="53" y="327"/>
                        </a:cubicBezTo>
                        <a:cubicBezTo>
                          <a:pt x="35" y="301"/>
                          <a:pt x="35" y="265"/>
                          <a:pt x="35" y="239"/>
                        </a:cubicBezTo>
                        <a:cubicBezTo>
                          <a:pt x="26" y="204"/>
                          <a:pt x="35" y="167"/>
                          <a:pt x="53" y="141"/>
                        </a:cubicBezTo>
                        <a:cubicBezTo>
                          <a:pt x="106" y="167"/>
                          <a:pt x="106" y="167"/>
                          <a:pt x="106" y="167"/>
                        </a:cubicBezTo>
                        <a:cubicBezTo>
                          <a:pt x="97" y="185"/>
                          <a:pt x="88" y="212"/>
                          <a:pt x="88" y="230"/>
                        </a:cubicBezTo>
                        <a:cubicBezTo>
                          <a:pt x="88" y="257"/>
                          <a:pt x="97" y="274"/>
                          <a:pt x="106" y="292"/>
                        </a:cubicBezTo>
                        <a:close/>
                        <a:moveTo>
                          <a:pt x="230" y="433"/>
                        </a:moveTo>
                        <a:lnTo>
                          <a:pt x="230" y="433"/>
                        </a:lnTo>
                        <a:cubicBezTo>
                          <a:pt x="194" y="433"/>
                          <a:pt x="168" y="425"/>
                          <a:pt x="141" y="407"/>
                        </a:cubicBezTo>
                        <a:cubicBezTo>
                          <a:pt x="168" y="354"/>
                          <a:pt x="168" y="354"/>
                          <a:pt x="168" y="354"/>
                        </a:cubicBezTo>
                        <a:cubicBezTo>
                          <a:pt x="185" y="363"/>
                          <a:pt x="203" y="372"/>
                          <a:pt x="230" y="372"/>
                        </a:cubicBezTo>
                        <a:cubicBezTo>
                          <a:pt x="247" y="372"/>
                          <a:pt x="275" y="363"/>
                          <a:pt x="291" y="354"/>
                        </a:cubicBezTo>
                        <a:cubicBezTo>
                          <a:pt x="319" y="407"/>
                          <a:pt x="319" y="407"/>
                          <a:pt x="319" y="407"/>
                        </a:cubicBezTo>
                        <a:cubicBezTo>
                          <a:pt x="291" y="425"/>
                          <a:pt x="266" y="433"/>
                          <a:pt x="230" y="433"/>
                        </a:cubicBezTo>
                        <a:close/>
                        <a:moveTo>
                          <a:pt x="230" y="345"/>
                        </a:moveTo>
                        <a:lnTo>
                          <a:pt x="230" y="345"/>
                        </a:lnTo>
                        <a:cubicBezTo>
                          <a:pt x="168" y="345"/>
                          <a:pt x="124" y="292"/>
                          <a:pt x="124" y="230"/>
                        </a:cubicBezTo>
                        <a:cubicBezTo>
                          <a:pt x="124" y="167"/>
                          <a:pt x="168" y="123"/>
                          <a:pt x="230" y="123"/>
                        </a:cubicBezTo>
                        <a:cubicBezTo>
                          <a:pt x="291" y="123"/>
                          <a:pt x="336" y="167"/>
                          <a:pt x="336" y="230"/>
                        </a:cubicBezTo>
                        <a:cubicBezTo>
                          <a:pt x="336" y="292"/>
                          <a:pt x="291" y="345"/>
                          <a:pt x="230" y="345"/>
                        </a:cubicBezTo>
                        <a:close/>
                        <a:moveTo>
                          <a:pt x="354" y="292"/>
                        </a:moveTo>
                        <a:lnTo>
                          <a:pt x="354" y="292"/>
                        </a:lnTo>
                        <a:cubicBezTo>
                          <a:pt x="363" y="274"/>
                          <a:pt x="372" y="257"/>
                          <a:pt x="372" y="230"/>
                        </a:cubicBezTo>
                        <a:cubicBezTo>
                          <a:pt x="372" y="212"/>
                          <a:pt x="363" y="185"/>
                          <a:pt x="354" y="167"/>
                        </a:cubicBezTo>
                        <a:cubicBezTo>
                          <a:pt x="407" y="141"/>
                          <a:pt x="407" y="141"/>
                          <a:pt x="407" y="141"/>
                        </a:cubicBezTo>
                        <a:cubicBezTo>
                          <a:pt x="416" y="167"/>
                          <a:pt x="425" y="195"/>
                          <a:pt x="425" y="230"/>
                        </a:cubicBezTo>
                        <a:cubicBezTo>
                          <a:pt x="425" y="265"/>
                          <a:pt x="416" y="292"/>
                          <a:pt x="407" y="327"/>
                        </a:cubicBezTo>
                        <a:lnTo>
                          <a:pt x="354" y="292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0" name="Group 61"/>
                <p:cNvGrpSpPr/>
                <p:nvPr/>
              </p:nvGrpSpPr>
              <p:grpSpPr>
                <a:xfrm rot="21316916">
                  <a:off x="8436" y="2924"/>
                  <a:ext cx="1979" cy="1980"/>
                  <a:chOff x="5013110" y="5059616"/>
                  <a:chExt cx="3378533" cy="3379413"/>
                </a:xfrm>
              </p:grpSpPr>
              <p:sp>
                <p:nvSpPr>
                  <p:cNvPr id="22" name="Oval 63"/>
                  <p:cNvSpPr/>
                  <p:nvPr/>
                </p:nvSpPr>
                <p:spPr>
                  <a:xfrm rot="359999">
                    <a:off x="5013110" y="5059616"/>
                    <a:ext cx="3378533" cy="3379413"/>
                  </a:xfrm>
                  <a:prstGeom prst="diamond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15703" tIns="57852" rIns="115703" bIns="57852" rtlCol="0" anchor="ctr"/>
                  <a:lstStyle/>
                  <a:p>
                    <a:pPr algn="ctr"/>
                    <a:endParaRPr lang="bg-BG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Oval 73"/>
                  <p:cNvSpPr/>
                  <p:nvPr/>
                </p:nvSpPr>
                <p:spPr>
                  <a:xfrm rot="299999">
                    <a:off x="5286107" y="5332685"/>
                    <a:ext cx="2832537" cy="2833275"/>
                  </a:xfrm>
                  <a:prstGeom prst="diamond">
                    <a:avLst/>
                  </a:prstGeom>
                  <a:solidFill>
                    <a:srgbClr val="1C4F9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15703" tIns="57852" rIns="115703" bIns="57852" rtlCol="0" anchor="ctr"/>
                  <a:lstStyle/>
                  <a:p>
                    <a:pPr algn="ctr"/>
                    <a:endParaRPr lang="bg-BG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21" name="Freeform 101"/>
                <p:cNvSpPr>
                  <a:spLocks noChangeArrowheads="1"/>
                </p:cNvSpPr>
                <p:nvPr/>
              </p:nvSpPr>
              <p:spPr bwMode="auto">
                <a:xfrm>
                  <a:off x="9106" y="3576"/>
                  <a:ext cx="797" cy="613"/>
                </a:xfrm>
                <a:custGeom>
                  <a:avLst/>
                  <a:gdLst>
                    <a:gd name="T0" fmla="*/ 80 w 497"/>
                    <a:gd name="T1" fmla="*/ 248 h 382"/>
                    <a:gd name="T2" fmla="*/ 80 w 497"/>
                    <a:gd name="T3" fmla="*/ 248 h 382"/>
                    <a:gd name="T4" fmla="*/ 159 w 497"/>
                    <a:gd name="T5" fmla="*/ 328 h 382"/>
                    <a:gd name="T6" fmla="*/ 248 w 497"/>
                    <a:gd name="T7" fmla="*/ 381 h 382"/>
                    <a:gd name="T8" fmla="*/ 337 w 497"/>
                    <a:gd name="T9" fmla="*/ 337 h 382"/>
                    <a:gd name="T10" fmla="*/ 390 w 497"/>
                    <a:gd name="T11" fmla="*/ 258 h 382"/>
                    <a:gd name="T12" fmla="*/ 248 w 497"/>
                    <a:gd name="T13" fmla="*/ 328 h 382"/>
                    <a:gd name="T14" fmla="*/ 80 w 497"/>
                    <a:gd name="T15" fmla="*/ 248 h 382"/>
                    <a:gd name="T16" fmla="*/ 487 w 497"/>
                    <a:gd name="T17" fmla="*/ 124 h 382"/>
                    <a:gd name="T18" fmla="*/ 487 w 497"/>
                    <a:gd name="T19" fmla="*/ 124 h 382"/>
                    <a:gd name="T20" fmla="*/ 274 w 497"/>
                    <a:gd name="T21" fmla="*/ 9 h 382"/>
                    <a:gd name="T22" fmla="*/ 221 w 497"/>
                    <a:gd name="T23" fmla="*/ 9 h 382"/>
                    <a:gd name="T24" fmla="*/ 9 w 497"/>
                    <a:gd name="T25" fmla="*/ 124 h 382"/>
                    <a:gd name="T26" fmla="*/ 9 w 497"/>
                    <a:gd name="T27" fmla="*/ 160 h 382"/>
                    <a:gd name="T28" fmla="*/ 221 w 497"/>
                    <a:gd name="T29" fmla="*/ 275 h 382"/>
                    <a:gd name="T30" fmla="*/ 274 w 497"/>
                    <a:gd name="T31" fmla="*/ 275 h 382"/>
                    <a:gd name="T32" fmla="*/ 408 w 497"/>
                    <a:gd name="T33" fmla="*/ 195 h 382"/>
                    <a:gd name="T34" fmla="*/ 266 w 497"/>
                    <a:gd name="T35" fmla="*/ 160 h 382"/>
                    <a:gd name="T36" fmla="*/ 248 w 497"/>
                    <a:gd name="T37" fmla="*/ 168 h 382"/>
                    <a:gd name="T38" fmla="*/ 203 w 497"/>
                    <a:gd name="T39" fmla="*/ 133 h 382"/>
                    <a:gd name="T40" fmla="*/ 248 w 497"/>
                    <a:gd name="T41" fmla="*/ 107 h 382"/>
                    <a:gd name="T42" fmla="*/ 293 w 497"/>
                    <a:gd name="T43" fmla="*/ 124 h 382"/>
                    <a:gd name="T44" fmla="*/ 443 w 497"/>
                    <a:gd name="T45" fmla="*/ 177 h 382"/>
                    <a:gd name="T46" fmla="*/ 487 w 497"/>
                    <a:gd name="T47" fmla="*/ 160 h 382"/>
                    <a:gd name="T48" fmla="*/ 487 w 497"/>
                    <a:gd name="T49" fmla="*/ 124 h 382"/>
                    <a:gd name="T50" fmla="*/ 425 w 497"/>
                    <a:gd name="T51" fmla="*/ 346 h 382"/>
                    <a:gd name="T52" fmla="*/ 425 w 497"/>
                    <a:gd name="T53" fmla="*/ 346 h 382"/>
                    <a:gd name="T54" fmla="*/ 461 w 497"/>
                    <a:gd name="T55" fmla="*/ 337 h 382"/>
                    <a:gd name="T56" fmla="*/ 443 w 497"/>
                    <a:gd name="T57" fmla="*/ 177 h 382"/>
                    <a:gd name="T58" fmla="*/ 408 w 497"/>
                    <a:gd name="T59" fmla="*/ 195 h 382"/>
                    <a:gd name="T60" fmla="*/ 425 w 497"/>
                    <a:gd name="T61" fmla="*/ 346 h 3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497" h="382">
                      <a:moveTo>
                        <a:pt x="80" y="248"/>
                      </a:moveTo>
                      <a:lnTo>
                        <a:pt x="80" y="248"/>
                      </a:lnTo>
                      <a:cubicBezTo>
                        <a:pt x="97" y="293"/>
                        <a:pt x="106" y="311"/>
                        <a:pt x="159" y="328"/>
                      </a:cubicBezTo>
                      <a:cubicBezTo>
                        <a:pt x="203" y="355"/>
                        <a:pt x="230" y="381"/>
                        <a:pt x="248" y="381"/>
                      </a:cubicBezTo>
                      <a:cubicBezTo>
                        <a:pt x="266" y="381"/>
                        <a:pt x="293" y="355"/>
                        <a:pt x="337" y="337"/>
                      </a:cubicBezTo>
                      <a:cubicBezTo>
                        <a:pt x="390" y="311"/>
                        <a:pt x="372" y="311"/>
                        <a:pt x="390" y="258"/>
                      </a:cubicBezTo>
                      <a:cubicBezTo>
                        <a:pt x="248" y="328"/>
                        <a:pt x="248" y="328"/>
                        <a:pt x="248" y="328"/>
                      </a:cubicBezTo>
                      <a:lnTo>
                        <a:pt x="80" y="248"/>
                      </a:lnTo>
                      <a:close/>
                      <a:moveTo>
                        <a:pt x="487" y="124"/>
                      </a:moveTo>
                      <a:lnTo>
                        <a:pt x="487" y="124"/>
                      </a:lnTo>
                      <a:cubicBezTo>
                        <a:pt x="274" y="9"/>
                        <a:pt x="274" y="9"/>
                        <a:pt x="274" y="9"/>
                      </a:cubicBezTo>
                      <a:cubicBezTo>
                        <a:pt x="266" y="0"/>
                        <a:pt x="239" y="0"/>
                        <a:pt x="221" y="9"/>
                      </a:cubicBezTo>
                      <a:cubicBezTo>
                        <a:pt x="9" y="124"/>
                        <a:pt x="9" y="124"/>
                        <a:pt x="9" y="124"/>
                      </a:cubicBezTo>
                      <a:cubicBezTo>
                        <a:pt x="0" y="133"/>
                        <a:pt x="0" y="142"/>
                        <a:pt x="9" y="160"/>
                      </a:cubicBezTo>
                      <a:cubicBezTo>
                        <a:pt x="221" y="275"/>
                        <a:pt x="221" y="275"/>
                        <a:pt x="221" y="275"/>
                      </a:cubicBezTo>
                      <a:cubicBezTo>
                        <a:pt x="239" y="284"/>
                        <a:pt x="266" y="284"/>
                        <a:pt x="274" y="275"/>
                      </a:cubicBezTo>
                      <a:cubicBezTo>
                        <a:pt x="408" y="195"/>
                        <a:pt x="408" y="195"/>
                        <a:pt x="408" y="195"/>
                      </a:cubicBezTo>
                      <a:cubicBezTo>
                        <a:pt x="266" y="160"/>
                        <a:pt x="266" y="160"/>
                        <a:pt x="266" y="160"/>
                      </a:cubicBezTo>
                      <a:cubicBezTo>
                        <a:pt x="257" y="160"/>
                        <a:pt x="257" y="168"/>
                        <a:pt x="248" y="168"/>
                      </a:cubicBezTo>
                      <a:cubicBezTo>
                        <a:pt x="221" y="168"/>
                        <a:pt x="203" y="151"/>
                        <a:pt x="203" y="133"/>
                      </a:cubicBezTo>
                      <a:cubicBezTo>
                        <a:pt x="203" y="124"/>
                        <a:pt x="221" y="107"/>
                        <a:pt x="248" y="107"/>
                      </a:cubicBezTo>
                      <a:cubicBezTo>
                        <a:pt x="266" y="107"/>
                        <a:pt x="284" y="115"/>
                        <a:pt x="293" y="124"/>
                      </a:cubicBezTo>
                      <a:cubicBezTo>
                        <a:pt x="443" y="177"/>
                        <a:pt x="443" y="177"/>
                        <a:pt x="443" y="177"/>
                      </a:cubicBezTo>
                      <a:cubicBezTo>
                        <a:pt x="487" y="160"/>
                        <a:pt x="487" y="160"/>
                        <a:pt x="487" y="160"/>
                      </a:cubicBezTo>
                      <a:cubicBezTo>
                        <a:pt x="496" y="142"/>
                        <a:pt x="496" y="133"/>
                        <a:pt x="487" y="124"/>
                      </a:cubicBezTo>
                      <a:close/>
                      <a:moveTo>
                        <a:pt x="425" y="346"/>
                      </a:moveTo>
                      <a:lnTo>
                        <a:pt x="425" y="346"/>
                      </a:lnTo>
                      <a:cubicBezTo>
                        <a:pt x="416" y="355"/>
                        <a:pt x="452" y="364"/>
                        <a:pt x="461" y="337"/>
                      </a:cubicBezTo>
                      <a:cubicBezTo>
                        <a:pt x="469" y="213"/>
                        <a:pt x="443" y="177"/>
                        <a:pt x="443" y="177"/>
                      </a:cubicBezTo>
                      <a:cubicBezTo>
                        <a:pt x="408" y="195"/>
                        <a:pt x="408" y="195"/>
                        <a:pt x="408" y="195"/>
                      </a:cubicBezTo>
                      <a:cubicBezTo>
                        <a:pt x="408" y="195"/>
                        <a:pt x="443" y="222"/>
                        <a:pt x="425" y="34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Oval 59"/>
                <p:cNvSpPr/>
                <p:nvPr/>
              </p:nvSpPr>
              <p:spPr>
                <a:xfrm>
                  <a:off x="4555" y="2918"/>
                  <a:ext cx="1979" cy="1980"/>
                </a:xfrm>
                <a:prstGeom prst="diamond">
                  <a:avLst/>
                </a:prstGeom>
                <a:solidFill>
                  <a:schemeClr val="bg1">
                    <a:lumMod val="7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5703" tIns="57852" rIns="115703" bIns="57852" rtlCol="0" anchor="ctr"/>
                <a:lstStyle/>
                <a:p>
                  <a:pPr algn="ctr"/>
                  <a:endParaRPr lang="bg-BG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Oval 60"/>
                <p:cNvSpPr/>
                <p:nvPr/>
              </p:nvSpPr>
              <p:spPr>
                <a:xfrm>
                  <a:off x="4715" y="3078"/>
                  <a:ext cx="1659" cy="1660"/>
                </a:xfrm>
                <a:prstGeom prst="diamond">
                  <a:avLst/>
                </a:prstGeom>
                <a:solidFill>
                  <a:schemeClr val="bg2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5703" tIns="57852" rIns="115703" bIns="57852" rtlCol="0" anchor="ctr"/>
                <a:lstStyle/>
                <a:p>
                  <a:pPr algn="ctr"/>
                  <a:endParaRPr lang="bg-BG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Freeform 104"/>
                <p:cNvSpPr>
                  <a:spLocks noChangeArrowheads="1"/>
                </p:cNvSpPr>
                <p:nvPr/>
              </p:nvSpPr>
              <p:spPr bwMode="auto">
                <a:xfrm>
                  <a:off x="5169" y="3584"/>
                  <a:ext cx="797" cy="536"/>
                </a:xfrm>
                <a:custGeom>
                  <a:avLst/>
                  <a:gdLst>
                    <a:gd name="T0" fmla="*/ 203 w 497"/>
                    <a:gd name="T1" fmla="*/ 257 h 337"/>
                    <a:gd name="T2" fmla="*/ 203 w 497"/>
                    <a:gd name="T3" fmla="*/ 257 h 337"/>
                    <a:gd name="T4" fmla="*/ 221 w 497"/>
                    <a:gd name="T5" fmla="*/ 327 h 337"/>
                    <a:gd name="T6" fmla="*/ 283 w 497"/>
                    <a:gd name="T7" fmla="*/ 310 h 337"/>
                    <a:gd name="T8" fmla="*/ 398 w 497"/>
                    <a:gd name="T9" fmla="*/ 9 h 337"/>
                    <a:gd name="T10" fmla="*/ 203 w 497"/>
                    <a:gd name="T11" fmla="*/ 257 h 337"/>
                    <a:gd name="T12" fmla="*/ 248 w 497"/>
                    <a:gd name="T13" fmla="*/ 71 h 337"/>
                    <a:gd name="T14" fmla="*/ 248 w 497"/>
                    <a:gd name="T15" fmla="*/ 71 h 337"/>
                    <a:gd name="T16" fmla="*/ 274 w 497"/>
                    <a:gd name="T17" fmla="*/ 71 h 337"/>
                    <a:gd name="T18" fmla="*/ 310 w 497"/>
                    <a:gd name="T19" fmla="*/ 26 h 337"/>
                    <a:gd name="T20" fmla="*/ 248 w 497"/>
                    <a:gd name="T21" fmla="*/ 17 h 337"/>
                    <a:gd name="T22" fmla="*/ 0 w 497"/>
                    <a:gd name="T23" fmla="*/ 283 h 337"/>
                    <a:gd name="T24" fmla="*/ 0 w 497"/>
                    <a:gd name="T25" fmla="*/ 310 h 337"/>
                    <a:gd name="T26" fmla="*/ 26 w 497"/>
                    <a:gd name="T27" fmla="*/ 336 h 337"/>
                    <a:gd name="T28" fmla="*/ 53 w 497"/>
                    <a:gd name="T29" fmla="*/ 310 h 337"/>
                    <a:gd name="T30" fmla="*/ 53 w 497"/>
                    <a:gd name="T31" fmla="*/ 283 h 337"/>
                    <a:gd name="T32" fmla="*/ 248 w 497"/>
                    <a:gd name="T33" fmla="*/ 71 h 337"/>
                    <a:gd name="T34" fmla="*/ 425 w 497"/>
                    <a:gd name="T35" fmla="*/ 98 h 337"/>
                    <a:gd name="T36" fmla="*/ 425 w 497"/>
                    <a:gd name="T37" fmla="*/ 98 h 337"/>
                    <a:gd name="T38" fmla="*/ 407 w 497"/>
                    <a:gd name="T39" fmla="*/ 151 h 337"/>
                    <a:gd name="T40" fmla="*/ 442 w 497"/>
                    <a:gd name="T41" fmla="*/ 283 h 337"/>
                    <a:gd name="T42" fmla="*/ 442 w 497"/>
                    <a:gd name="T43" fmla="*/ 310 h 337"/>
                    <a:gd name="T44" fmla="*/ 469 w 497"/>
                    <a:gd name="T45" fmla="*/ 336 h 337"/>
                    <a:gd name="T46" fmla="*/ 469 w 497"/>
                    <a:gd name="T47" fmla="*/ 336 h 337"/>
                    <a:gd name="T48" fmla="*/ 496 w 497"/>
                    <a:gd name="T49" fmla="*/ 310 h 337"/>
                    <a:gd name="T50" fmla="*/ 496 w 497"/>
                    <a:gd name="T51" fmla="*/ 283 h 337"/>
                    <a:gd name="T52" fmla="*/ 425 w 497"/>
                    <a:gd name="T53" fmla="*/ 9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97" h="337">
                      <a:moveTo>
                        <a:pt x="203" y="257"/>
                      </a:moveTo>
                      <a:lnTo>
                        <a:pt x="203" y="257"/>
                      </a:lnTo>
                      <a:cubicBezTo>
                        <a:pt x="186" y="283"/>
                        <a:pt x="194" y="310"/>
                        <a:pt x="221" y="327"/>
                      </a:cubicBezTo>
                      <a:cubicBezTo>
                        <a:pt x="239" y="336"/>
                        <a:pt x="266" y="336"/>
                        <a:pt x="283" y="310"/>
                      </a:cubicBezTo>
                      <a:cubicBezTo>
                        <a:pt x="301" y="274"/>
                        <a:pt x="407" y="9"/>
                        <a:pt x="398" y="9"/>
                      </a:cubicBezTo>
                      <a:cubicBezTo>
                        <a:pt x="389" y="0"/>
                        <a:pt x="221" y="230"/>
                        <a:pt x="203" y="257"/>
                      </a:cubicBezTo>
                      <a:close/>
                      <a:moveTo>
                        <a:pt x="248" y="71"/>
                      </a:moveTo>
                      <a:lnTo>
                        <a:pt x="248" y="71"/>
                      </a:lnTo>
                      <a:cubicBezTo>
                        <a:pt x="257" y="71"/>
                        <a:pt x="266" y="71"/>
                        <a:pt x="274" y="71"/>
                      </a:cubicBezTo>
                      <a:cubicBezTo>
                        <a:pt x="292" y="53"/>
                        <a:pt x="301" y="44"/>
                        <a:pt x="310" y="26"/>
                      </a:cubicBezTo>
                      <a:cubicBezTo>
                        <a:pt x="292" y="17"/>
                        <a:pt x="274" y="17"/>
                        <a:pt x="248" y="17"/>
                      </a:cubicBezTo>
                      <a:cubicBezTo>
                        <a:pt x="106" y="17"/>
                        <a:pt x="0" y="133"/>
                        <a:pt x="0" y="283"/>
                      </a:cubicBezTo>
                      <a:cubicBezTo>
                        <a:pt x="0" y="292"/>
                        <a:pt x="0" y="301"/>
                        <a:pt x="0" y="310"/>
                      </a:cubicBezTo>
                      <a:cubicBezTo>
                        <a:pt x="0" y="327"/>
                        <a:pt x="17" y="336"/>
                        <a:pt x="26" y="336"/>
                      </a:cubicBezTo>
                      <a:cubicBezTo>
                        <a:pt x="44" y="336"/>
                        <a:pt x="53" y="319"/>
                        <a:pt x="53" y="310"/>
                      </a:cubicBezTo>
                      <a:cubicBezTo>
                        <a:pt x="53" y="301"/>
                        <a:pt x="53" y="292"/>
                        <a:pt x="53" y="283"/>
                      </a:cubicBezTo>
                      <a:cubicBezTo>
                        <a:pt x="53" y="160"/>
                        <a:pt x="132" y="71"/>
                        <a:pt x="248" y="71"/>
                      </a:cubicBezTo>
                      <a:close/>
                      <a:moveTo>
                        <a:pt x="425" y="98"/>
                      </a:moveTo>
                      <a:lnTo>
                        <a:pt x="425" y="98"/>
                      </a:lnTo>
                      <a:cubicBezTo>
                        <a:pt x="416" y="115"/>
                        <a:pt x="416" y="133"/>
                        <a:pt x="407" y="151"/>
                      </a:cubicBezTo>
                      <a:cubicBezTo>
                        <a:pt x="433" y="186"/>
                        <a:pt x="442" y="239"/>
                        <a:pt x="442" y="283"/>
                      </a:cubicBezTo>
                      <a:cubicBezTo>
                        <a:pt x="442" y="292"/>
                        <a:pt x="442" y="301"/>
                        <a:pt x="442" y="310"/>
                      </a:cubicBezTo>
                      <a:cubicBezTo>
                        <a:pt x="442" y="319"/>
                        <a:pt x="451" y="336"/>
                        <a:pt x="469" y="336"/>
                      </a:cubicBezTo>
                      <a:lnTo>
                        <a:pt x="469" y="336"/>
                      </a:lnTo>
                      <a:cubicBezTo>
                        <a:pt x="478" y="336"/>
                        <a:pt x="496" y="327"/>
                        <a:pt x="496" y="310"/>
                      </a:cubicBezTo>
                      <a:cubicBezTo>
                        <a:pt x="496" y="301"/>
                        <a:pt x="496" y="292"/>
                        <a:pt x="496" y="283"/>
                      </a:cubicBezTo>
                      <a:cubicBezTo>
                        <a:pt x="496" y="213"/>
                        <a:pt x="469" y="151"/>
                        <a:pt x="425" y="9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cxnSp>
              <p:nvCxnSpPr>
                <p:cNvPr id="30" name="直接连接符 84"/>
                <p:cNvCxnSpPr/>
                <p:nvPr/>
              </p:nvCxnSpPr>
              <p:spPr>
                <a:xfrm flipV="1">
                  <a:off x="10479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直接连接符 84"/>
                <p:cNvCxnSpPr/>
                <p:nvPr/>
              </p:nvCxnSpPr>
              <p:spPr>
                <a:xfrm flipV="1">
                  <a:off x="14350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rgbClr val="0C4B6B"/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6" name="直接连接符 84"/>
                <p:cNvCxnSpPr/>
                <p:nvPr/>
              </p:nvCxnSpPr>
              <p:spPr>
                <a:xfrm flipV="1">
                  <a:off x="2724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7" name="弧形 85"/>
                <p:cNvSpPr/>
                <p:nvPr/>
              </p:nvSpPr>
              <p:spPr>
                <a:xfrm rot="16200000">
                  <a:off x="856" y="3013"/>
                  <a:ext cx="1846" cy="1846"/>
                </a:xfrm>
                <a:prstGeom prst="arc">
                  <a:avLst>
                    <a:gd name="adj1" fmla="val 2657162"/>
                    <a:gd name="adj2" fmla="val 8176062"/>
                  </a:avLst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500" dirty="0">
                    <a:cs typeface="+mn-ea"/>
                    <a:sym typeface="+mn-lt"/>
                  </a:endParaRPr>
                </a:p>
              </p:txBody>
            </p:sp>
            <p:grpSp>
              <p:nvGrpSpPr>
                <p:cNvPr id="14" name="Group 107"/>
                <p:cNvGrpSpPr/>
                <p:nvPr/>
              </p:nvGrpSpPr>
              <p:grpSpPr>
                <a:xfrm>
                  <a:off x="16092" y="2933"/>
                  <a:ext cx="1979" cy="1980"/>
                  <a:chOff x="9907711" y="7463571"/>
                  <a:chExt cx="1999231" cy="1999752"/>
                </a:xfrm>
              </p:grpSpPr>
              <p:grpSp>
                <p:nvGrpSpPr>
                  <p:cNvPr id="19" name="Group 108"/>
                  <p:cNvGrpSpPr/>
                  <p:nvPr/>
                </p:nvGrpSpPr>
                <p:grpSpPr>
                  <a:xfrm rot="21316916">
                    <a:off x="9907711" y="7463571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24" name="Oval 110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5" name="Oval 111"/>
                    <p:cNvSpPr/>
                    <p:nvPr/>
                  </p:nvSpPr>
                  <p:spPr>
                    <a:xfrm rot="299999">
                      <a:off x="5286108" y="5332684"/>
                      <a:ext cx="2832536" cy="2833274"/>
                    </a:xfrm>
                    <a:prstGeom prst="diamond">
                      <a:avLst/>
                    </a:prstGeom>
                    <a:solidFill>
                      <a:srgbClr val="1C4F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29" name="Freeform 104"/>
                  <p:cNvSpPr>
                    <a:spLocks noChangeArrowheads="1"/>
                  </p:cNvSpPr>
                  <p:nvPr/>
                </p:nvSpPr>
                <p:spPr bwMode="auto">
                  <a:xfrm>
                    <a:off x="10528124" y="8136492"/>
                    <a:ext cx="804676" cy="541196"/>
                  </a:xfrm>
                  <a:custGeom>
                    <a:avLst/>
                    <a:gdLst>
                      <a:gd name="T0" fmla="*/ 203 w 497"/>
                      <a:gd name="T1" fmla="*/ 257 h 337"/>
                      <a:gd name="T2" fmla="*/ 203 w 497"/>
                      <a:gd name="T3" fmla="*/ 257 h 337"/>
                      <a:gd name="T4" fmla="*/ 221 w 497"/>
                      <a:gd name="T5" fmla="*/ 327 h 337"/>
                      <a:gd name="T6" fmla="*/ 283 w 497"/>
                      <a:gd name="T7" fmla="*/ 310 h 337"/>
                      <a:gd name="T8" fmla="*/ 398 w 497"/>
                      <a:gd name="T9" fmla="*/ 9 h 337"/>
                      <a:gd name="T10" fmla="*/ 203 w 497"/>
                      <a:gd name="T11" fmla="*/ 257 h 337"/>
                      <a:gd name="T12" fmla="*/ 248 w 497"/>
                      <a:gd name="T13" fmla="*/ 71 h 337"/>
                      <a:gd name="T14" fmla="*/ 248 w 497"/>
                      <a:gd name="T15" fmla="*/ 71 h 337"/>
                      <a:gd name="T16" fmla="*/ 274 w 497"/>
                      <a:gd name="T17" fmla="*/ 71 h 337"/>
                      <a:gd name="T18" fmla="*/ 310 w 497"/>
                      <a:gd name="T19" fmla="*/ 26 h 337"/>
                      <a:gd name="T20" fmla="*/ 248 w 497"/>
                      <a:gd name="T21" fmla="*/ 17 h 337"/>
                      <a:gd name="T22" fmla="*/ 0 w 497"/>
                      <a:gd name="T23" fmla="*/ 283 h 337"/>
                      <a:gd name="T24" fmla="*/ 0 w 497"/>
                      <a:gd name="T25" fmla="*/ 310 h 337"/>
                      <a:gd name="T26" fmla="*/ 26 w 497"/>
                      <a:gd name="T27" fmla="*/ 336 h 337"/>
                      <a:gd name="T28" fmla="*/ 53 w 497"/>
                      <a:gd name="T29" fmla="*/ 310 h 337"/>
                      <a:gd name="T30" fmla="*/ 53 w 497"/>
                      <a:gd name="T31" fmla="*/ 283 h 337"/>
                      <a:gd name="T32" fmla="*/ 248 w 497"/>
                      <a:gd name="T33" fmla="*/ 71 h 337"/>
                      <a:gd name="T34" fmla="*/ 425 w 497"/>
                      <a:gd name="T35" fmla="*/ 98 h 337"/>
                      <a:gd name="T36" fmla="*/ 425 w 497"/>
                      <a:gd name="T37" fmla="*/ 98 h 337"/>
                      <a:gd name="T38" fmla="*/ 407 w 497"/>
                      <a:gd name="T39" fmla="*/ 151 h 337"/>
                      <a:gd name="T40" fmla="*/ 442 w 497"/>
                      <a:gd name="T41" fmla="*/ 283 h 337"/>
                      <a:gd name="T42" fmla="*/ 442 w 497"/>
                      <a:gd name="T43" fmla="*/ 310 h 337"/>
                      <a:gd name="T44" fmla="*/ 469 w 497"/>
                      <a:gd name="T45" fmla="*/ 336 h 337"/>
                      <a:gd name="T46" fmla="*/ 469 w 497"/>
                      <a:gd name="T47" fmla="*/ 336 h 337"/>
                      <a:gd name="T48" fmla="*/ 496 w 497"/>
                      <a:gd name="T49" fmla="*/ 310 h 337"/>
                      <a:gd name="T50" fmla="*/ 496 w 497"/>
                      <a:gd name="T51" fmla="*/ 283 h 337"/>
                      <a:gd name="T52" fmla="*/ 425 w 497"/>
                      <a:gd name="T53" fmla="*/ 98 h 3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497" h="337">
                        <a:moveTo>
                          <a:pt x="203" y="257"/>
                        </a:moveTo>
                        <a:lnTo>
                          <a:pt x="203" y="257"/>
                        </a:lnTo>
                        <a:cubicBezTo>
                          <a:pt x="186" y="283"/>
                          <a:pt x="194" y="310"/>
                          <a:pt x="221" y="327"/>
                        </a:cubicBezTo>
                        <a:cubicBezTo>
                          <a:pt x="239" y="336"/>
                          <a:pt x="266" y="336"/>
                          <a:pt x="283" y="310"/>
                        </a:cubicBezTo>
                        <a:cubicBezTo>
                          <a:pt x="301" y="274"/>
                          <a:pt x="407" y="9"/>
                          <a:pt x="398" y="9"/>
                        </a:cubicBezTo>
                        <a:cubicBezTo>
                          <a:pt x="389" y="0"/>
                          <a:pt x="221" y="230"/>
                          <a:pt x="203" y="257"/>
                        </a:cubicBezTo>
                        <a:close/>
                        <a:moveTo>
                          <a:pt x="248" y="71"/>
                        </a:moveTo>
                        <a:lnTo>
                          <a:pt x="248" y="71"/>
                        </a:lnTo>
                        <a:cubicBezTo>
                          <a:pt x="257" y="71"/>
                          <a:pt x="266" y="71"/>
                          <a:pt x="274" y="71"/>
                        </a:cubicBezTo>
                        <a:cubicBezTo>
                          <a:pt x="292" y="53"/>
                          <a:pt x="301" y="44"/>
                          <a:pt x="310" y="26"/>
                        </a:cubicBezTo>
                        <a:cubicBezTo>
                          <a:pt x="292" y="17"/>
                          <a:pt x="274" y="17"/>
                          <a:pt x="248" y="17"/>
                        </a:cubicBezTo>
                        <a:cubicBezTo>
                          <a:pt x="106" y="17"/>
                          <a:pt x="0" y="133"/>
                          <a:pt x="0" y="283"/>
                        </a:cubicBezTo>
                        <a:cubicBezTo>
                          <a:pt x="0" y="292"/>
                          <a:pt x="0" y="301"/>
                          <a:pt x="0" y="310"/>
                        </a:cubicBezTo>
                        <a:cubicBezTo>
                          <a:pt x="0" y="327"/>
                          <a:pt x="17" y="336"/>
                          <a:pt x="26" y="336"/>
                        </a:cubicBezTo>
                        <a:cubicBezTo>
                          <a:pt x="44" y="336"/>
                          <a:pt x="53" y="319"/>
                          <a:pt x="53" y="310"/>
                        </a:cubicBezTo>
                        <a:cubicBezTo>
                          <a:pt x="53" y="301"/>
                          <a:pt x="53" y="292"/>
                          <a:pt x="53" y="283"/>
                        </a:cubicBezTo>
                        <a:cubicBezTo>
                          <a:pt x="53" y="160"/>
                          <a:pt x="132" y="71"/>
                          <a:pt x="248" y="71"/>
                        </a:cubicBezTo>
                        <a:close/>
                        <a:moveTo>
                          <a:pt x="425" y="98"/>
                        </a:moveTo>
                        <a:lnTo>
                          <a:pt x="425" y="98"/>
                        </a:lnTo>
                        <a:cubicBezTo>
                          <a:pt x="416" y="115"/>
                          <a:pt x="416" y="133"/>
                          <a:pt x="407" y="151"/>
                        </a:cubicBezTo>
                        <a:cubicBezTo>
                          <a:pt x="433" y="186"/>
                          <a:pt x="442" y="239"/>
                          <a:pt x="442" y="283"/>
                        </a:cubicBezTo>
                        <a:cubicBezTo>
                          <a:pt x="442" y="292"/>
                          <a:pt x="442" y="301"/>
                          <a:pt x="442" y="310"/>
                        </a:cubicBezTo>
                        <a:cubicBezTo>
                          <a:pt x="442" y="319"/>
                          <a:pt x="451" y="336"/>
                          <a:pt x="469" y="336"/>
                        </a:cubicBezTo>
                        <a:lnTo>
                          <a:pt x="469" y="336"/>
                        </a:lnTo>
                        <a:cubicBezTo>
                          <a:pt x="478" y="336"/>
                          <a:pt x="496" y="327"/>
                          <a:pt x="496" y="310"/>
                        </a:cubicBezTo>
                        <a:cubicBezTo>
                          <a:pt x="496" y="301"/>
                          <a:pt x="496" y="292"/>
                          <a:pt x="496" y="283"/>
                        </a:cubicBezTo>
                        <a:cubicBezTo>
                          <a:pt x="496" y="213"/>
                          <a:pt x="469" y="151"/>
                          <a:pt x="425" y="98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38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33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969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32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4488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4324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67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7823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68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7659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69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169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70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005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71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4440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  <a:endParaRPr lang="zh-CN" altLang="en-US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72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4276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latin typeface="Calibri" panose="020F0502020204030204" charset="0"/>
                    <a:ea typeface="宋体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74" name="直角三角形 73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直角三角形 74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6" name="文本框 7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0976610" cy="6042660"/>
            <a:chOff x="-359" y="0"/>
            <a:chExt cx="17286" cy="9516"/>
          </a:xfrm>
        </p:grpSpPr>
        <p:grpSp>
          <p:nvGrpSpPr>
            <p:cNvPr id="2" name="组合 1"/>
            <p:cNvGrpSpPr/>
            <p:nvPr/>
          </p:nvGrpSpPr>
          <p:grpSpPr>
            <a:xfrm>
              <a:off x="1959" y="2797"/>
              <a:ext cx="14968" cy="6719"/>
              <a:chOff x="1959" y="2797"/>
              <a:chExt cx="14968" cy="6719"/>
            </a:xfrm>
          </p:grpSpPr>
          <p:grpSp>
            <p:nvGrpSpPr>
              <p:cNvPr id="39" name="îslîḓè"/>
              <p:cNvGrpSpPr/>
              <p:nvPr/>
            </p:nvGrpSpPr>
            <p:grpSpPr>
              <a:xfrm>
                <a:off x="7061" y="3122"/>
                <a:ext cx="5076" cy="4978"/>
                <a:chOff x="4433794" y="2007879"/>
                <a:chExt cx="3311712" cy="3248642"/>
              </a:xfrm>
            </p:grpSpPr>
            <p:sp>
              <p:nvSpPr>
                <p:cNvPr id="40" name="îṣľídê"/>
                <p:cNvSpPr/>
                <p:nvPr/>
              </p:nvSpPr>
              <p:spPr bwMode="auto">
                <a:xfrm>
                  <a:off x="4698610" y="2245480"/>
                  <a:ext cx="2782081" cy="2773441"/>
                </a:xfrm>
                <a:prstGeom prst="ellipse">
                  <a:avLst/>
                </a:prstGeom>
                <a:ln w="3175">
                  <a:solidFill>
                    <a:srgbClr val="1C4F9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51837" tIns="25917" rIns="51837" bIns="25917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1" name="iSľíḑe"/>
                <p:cNvSpPr/>
                <p:nvPr/>
              </p:nvSpPr>
              <p:spPr bwMode="auto">
                <a:xfrm>
                  <a:off x="4433794" y="2553927"/>
                  <a:ext cx="1040256" cy="952129"/>
                </a:xfrm>
                <a:custGeom>
                  <a:avLst/>
                  <a:gdLst>
                    <a:gd name="T0" fmla="*/ 218 w 601"/>
                    <a:gd name="T1" fmla="*/ 552 h 552"/>
                    <a:gd name="T2" fmla="*/ 270 w 601"/>
                    <a:gd name="T3" fmla="*/ 463 h 552"/>
                    <a:gd name="T4" fmla="*/ 0 w 601"/>
                    <a:gd name="T5" fmla="*/ 309 h 552"/>
                    <a:gd name="T6" fmla="*/ 179 w 601"/>
                    <a:gd name="T7" fmla="*/ 0 h 552"/>
                    <a:gd name="T8" fmla="*/ 448 w 601"/>
                    <a:gd name="T9" fmla="*/ 156 h 552"/>
                    <a:gd name="T10" fmla="*/ 499 w 601"/>
                    <a:gd name="T11" fmla="*/ 67 h 552"/>
                    <a:gd name="T12" fmla="*/ 601 w 601"/>
                    <a:gd name="T13" fmla="*/ 449 h 552"/>
                    <a:gd name="T14" fmla="*/ 218 w 601"/>
                    <a:gd name="T15" fmla="*/ 552 h 552"/>
                    <a:gd name="T16" fmla="*/ 218 w 601"/>
                    <a:gd name="T17" fmla="*/ 552 h 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1" h="552">
                      <a:moveTo>
                        <a:pt x="218" y="552"/>
                      </a:moveTo>
                      <a:lnTo>
                        <a:pt x="270" y="463"/>
                      </a:lnTo>
                      <a:lnTo>
                        <a:pt x="0" y="309"/>
                      </a:lnTo>
                      <a:lnTo>
                        <a:pt x="179" y="0"/>
                      </a:lnTo>
                      <a:lnTo>
                        <a:pt x="448" y="156"/>
                      </a:lnTo>
                      <a:lnTo>
                        <a:pt x="499" y="67"/>
                      </a:lnTo>
                      <a:lnTo>
                        <a:pt x="601" y="449"/>
                      </a:lnTo>
                      <a:lnTo>
                        <a:pt x="218" y="552"/>
                      </a:lnTo>
                      <a:lnTo>
                        <a:pt x="218" y="552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2" name="îśľîḋé"/>
                <p:cNvSpPr/>
                <p:nvPr/>
              </p:nvSpPr>
              <p:spPr bwMode="auto">
                <a:xfrm>
                  <a:off x="4433794" y="3758345"/>
                  <a:ext cx="1040256" cy="952129"/>
                </a:xfrm>
                <a:custGeom>
                  <a:avLst/>
                  <a:gdLst>
                    <a:gd name="T0" fmla="*/ 499 w 601"/>
                    <a:gd name="T1" fmla="*/ 487 h 551"/>
                    <a:gd name="T2" fmla="*/ 448 w 601"/>
                    <a:gd name="T3" fmla="*/ 398 h 551"/>
                    <a:gd name="T4" fmla="*/ 179 w 601"/>
                    <a:gd name="T5" fmla="*/ 551 h 551"/>
                    <a:gd name="T6" fmla="*/ 0 w 601"/>
                    <a:gd name="T7" fmla="*/ 244 h 551"/>
                    <a:gd name="T8" fmla="*/ 270 w 601"/>
                    <a:gd name="T9" fmla="*/ 89 h 551"/>
                    <a:gd name="T10" fmla="*/ 218 w 601"/>
                    <a:gd name="T11" fmla="*/ 0 h 551"/>
                    <a:gd name="T12" fmla="*/ 601 w 601"/>
                    <a:gd name="T13" fmla="*/ 104 h 551"/>
                    <a:gd name="T14" fmla="*/ 499 w 601"/>
                    <a:gd name="T15" fmla="*/ 487 h 551"/>
                    <a:gd name="T16" fmla="*/ 499 w 601"/>
                    <a:gd name="T17" fmla="*/ 487 h 5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1" h="551">
                      <a:moveTo>
                        <a:pt x="499" y="487"/>
                      </a:moveTo>
                      <a:lnTo>
                        <a:pt x="448" y="398"/>
                      </a:lnTo>
                      <a:lnTo>
                        <a:pt x="179" y="551"/>
                      </a:lnTo>
                      <a:lnTo>
                        <a:pt x="0" y="244"/>
                      </a:lnTo>
                      <a:lnTo>
                        <a:pt x="270" y="89"/>
                      </a:lnTo>
                      <a:lnTo>
                        <a:pt x="218" y="0"/>
                      </a:lnTo>
                      <a:lnTo>
                        <a:pt x="601" y="104"/>
                      </a:lnTo>
                      <a:lnTo>
                        <a:pt x="499" y="487"/>
                      </a:lnTo>
                      <a:lnTo>
                        <a:pt x="499" y="487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3" name="ïšľídê"/>
                <p:cNvSpPr/>
                <p:nvPr/>
              </p:nvSpPr>
              <p:spPr bwMode="auto">
                <a:xfrm>
                  <a:off x="5563473" y="3108616"/>
                  <a:ext cx="1052352" cy="1047169"/>
                </a:xfrm>
                <a:prstGeom prst="ellipse">
                  <a:avLst/>
                </a:pr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t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4" name="išľïḍè"/>
                <p:cNvSpPr/>
                <p:nvPr/>
              </p:nvSpPr>
              <p:spPr bwMode="auto">
                <a:xfrm>
                  <a:off x="5602353" y="2007879"/>
                  <a:ext cx="974592" cy="1014337"/>
                </a:xfrm>
                <a:custGeom>
                  <a:avLst/>
                  <a:gdLst>
                    <a:gd name="T0" fmla="*/ 0 w 564"/>
                    <a:gd name="T1" fmla="*/ 311 h 589"/>
                    <a:gd name="T2" fmla="*/ 102 w 564"/>
                    <a:gd name="T3" fmla="*/ 311 h 589"/>
                    <a:gd name="T4" fmla="*/ 102 w 564"/>
                    <a:gd name="T5" fmla="*/ 0 h 589"/>
                    <a:gd name="T6" fmla="*/ 461 w 564"/>
                    <a:gd name="T7" fmla="*/ 0 h 589"/>
                    <a:gd name="T8" fmla="*/ 461 w 564"/>
                    <a:gd name="T9" fmla="*/ 311 h 589"/>
                    <a:gd name="T10" fmla="*/ 564 w 564"/>
                    <a:gd name="T11" fmla="*/ 311 h 589"/>
                    <a:gd name="T12" fmla="*/ 283 w 564"/>
                    <a:gd name="T13" fmla="*/ 589 h 589"/>
                    <a:gd name="T14" fmla="*/ 0 w 564"/>
                    <a:gd name="T15" fmla="*/ 311 h 589"/>
                    <a:gd name="T16" fmla="*/ 0 w 564"/>
                    <a:gd name="T17" fmla="*/ 311 h 5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4" h="589">
                      <a:moveTo>
                        <a:pt x="0" y="311"/>
                      </a:moveTo>
                      <a:lnTo>
                        <a:pt x="102" y="311"/>
                      </a:lnTo>
                      <a:lnTo>
                        <a:pt x="102" y="0"/>
                      </a:lnTo>
                      <a:lnTo>
                        <a:pt x="461" y="0"/>
                      </a:lnTo>
                      <a:lnTo>
                        <a:pt x="461" y="311"/>
                      </a:lnTo>
                      <a:lnTo>
                        <a:pt x="564" y="311"/>
                      </a:lnTo>
                      <a:lnTo>
                        <a:pt x="283" y="589"/>
                      </a:lnTo>
                      <a:lnTo>
                        <a:pt x="0" y="311"/>
                      </a:lnTo>
                      <a:lnTo>
                        <a:pt x="0" y="311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5" name="ïşļïḑê"/>
                <p:cNvSpPr/>
                <p:nvPr/>
              </p:nvSpPr>
              <p:spPr bwMode="auto">
                <a:xfrm>
                  <a:off x="5602353" y="4242184"/>
                  <a:ext cx="974592" cy="1014337"/>
                </a:xfrm>
                <a:custGeom>
                  <a:avLst/>
                  <a:gdLst>
                    <a:gd name="T0" fmla="*/ 564 w 564"/>
                    <a:gd name="T1" fmla="*/ 278 h 587"/>
                    <a:gd name="T2" fmla="*/ 461 w 564"/>
                    <a:gd name="T3" fmla="*/ 278 h 587"/>
                    <a:gd name="T4" fmla="*/ 461 w 564"/>
                    <a:gd name="T5" fmla="*/ 587 h 587"/>
                    <a:gd name="T6" fmla="*/ 102 w 564"/>
                    <a:gd name="T7" fmla="*/ 587 h 587"/>
                    <a:gd name="T8" fmla="*/ 102 w 564"/>
                    <a:gd name="T9" fmla="*/ 278 h 587"/>
                    <a:gd name="T10" fmla="*/ 0 w 564"/>
                    <a:gd name="T11" fmla="*/ 278 h 587"/>
                    <a:gd name="T12" fmla="*/ 283 w 564"/>
                    <a:gd name="T13" fmla="*/ 0 h 587"/>
                    <a:gd name="T14" fmla="*/ 564 w 564"/>
                    <a:gd name="T15" fmla="*/ 278 h 587"/>
                    <a:gd name="T16" fmla="*/ 564 w 564"/>
                    <a:gd name="T17" fmla="*/ 278 h 5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4" h="587">
                      <a:moveTo>
                        <a:pt x="564" y="278"/>
                      </a:moveTo>
                      <a:lnTo>
                        <a:pt x="461" y="278"/>
                      </a:lnTo>
                      <a:lnTo>
                        <a:pt x="461" y="587"/>
                      </a:lnTo>
                      <a:lnTo>
                        <a:pt x="102" y="587"/>
                      </a:lnTo>
                      <a:lnTo>
                        <a:pt x="102" y="278"/>
                      </a:lnTo>
                      <a:lnTo>
                        <a:pt x="0" y="278"/>
                      </a:lnTo>
                      <a:lnTo>
                        <a:pt x="283" y="0"/>
                      </a:lnTo>
                      <a:lnTo>
                        <a:pt x="564" y="278"/>
                      </a:lnTo>
                      <a:lnTo>
                        <a:pt x="564" y="278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6" name="íš1iḑe"/>
                <p:cNvSpPr/>
                <p:nvPr/>
              </p:nvSpPr>
              <p:spPr bwMode="auto">
                <a:xfrm>
                  <a:off x="6705250" y="3758345"/>
                  <a:ext cx="1040256" cy="952129"/>
                </a:xfrm>
                <a:custGeom>
                  <a:avLst/>
                  <a:gdLst>
                    <a:gd name="T0" fmla="*/ 382 w 602"/>
                    <a:gd name="T1" fmla="*/ 0 h 551"/>
                    <a:gd name="T2" fmla="*/ 331 w 602"/>
                    <a:gd name="T3" fmla="*/ 89 h 551"/>
                    <a:gd name="T4" fmla="*/ 602 w 602"/>
                    <a:gd name="T5" fmla="*/ 244 h 551"/>
                    <a:gd name="T6" fmla="*/ 422 w 602"/>
                    <a:gd name="T7" fmla="*/ 551 h 551"/>
                    <a:gd name="T8" fmla="*/ 152 w 602"/>
                    <a:gd name="T9" fmla="*/ 398 h 551"/>
                    <a:gd name="T10" fmla="*/ 101 w 602"/>
                    <a:gd name="T11" fmla="*/ 487 h 551"/>
                    <a:gd name="T12" fmla="*/ 0 w 602"/>
                    <a:gd name="T13" fmla="*/ 104 h 551"/>
                    <a:gd name="T14" fmla="*/ 382 w 602"/>
                    <a:gd name="T15" fmla="*/ 0 h 551"/>
                    <a:gd name="T16" fmla="*/ 382 w 602"/>
                    <a:gd name="T17" fmla="*/ 0 h 5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2" h="551">
                      <a:moveTo>
                        <a:pt x="382" y="0"/>
                      </a:moveTo>
                      <a:lnTo>
                        <a:pt x="331" y="89"/>
                      </a:lnTo>
                      <a:lnTo>
                        <a:pt x="602" y="244"/>
                      </a:lnTo>
                      <a:lnTo>
                        <a:pt x="422" y="551"/>
                      </a:lnTo>
                      <a:lnTo>
                        <a:pt x="152" y="398"/>
                      </a:lnTo>
                      <a:lnTo>
                        <a:pt x="101" y="487"/>
                      </a:lnTo>
                      <a:lnTo>
                        <a:pt x="0" y="104"/>
                      </a:lnTo>
                      <a:lnTo>
                        <a:pt x="382" y="0"/>
                      </a:lnTo>
                      <a:lnTo>
                        <a:pt x="382" y="0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7" name="iş1íďé"/>
                <p:cNvSpPr/>
                <p:nvPr/>
              </p:nvSpPr>
              <p:spPr bwMode="auto">
                <a:xfrm>
                  <a:off x="6705250" y="2553927"/>
                  <a:ext cx="1040256" cy="952129"/>
                </a:xfrm>
                <a:custGeom>
                  <a:avLst/>
                  <a:gdLst>
                    <a:gd name="T0" fmla="*/ 101 w 602"/>
                    <a:gd name="T1" fmla="*/ 67 h 552"/>
                    <a:gd name="T2" fmla="*/ 152 w 602"/>
                    <a:gd name="T3" fmla="*/ 156 h 552"/>
                    <a:gd name="T4" fmla="*/ 422 w 602"/>
                    <a:gd name="T5" fmla="*/ 0 h 552"/>
                    <a:gd name="T6" fmla="*/ 602 w 602"/>
                    <a:gd name="T7" fmla="*/ 309 h 552"/>
                    <a:gd name="T8" fmla="*/ 331 w 602"/>
                    <a:gd name="T9" fmla="*/ 463 h 552"/>
                    <a:gd name="T10" fmla="*/ 382 w 602"/>
                    <a:gd name="T11" fmla="*/ 552 h 552"/>
                    <a:gd name="T12" fmla="*/ 0 w 602"/>
                    <a:gd name="T13" fmla="*/ 449 h 552"/>
                    <a:gd name="T14" fmla="*/ 101 w 602"/>
                    <a:gd name="T15" fmla="*/ 67 h 552"/>
                    <a:gd name="T16" fmla="*/ 101 w 602"/>
                    <a:gd name="T17" fmla="*/ 67 h 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2" h="552">
                      <a:moveTo>
                        <a:pt x="101" y="67"/>
                      </a:moveTo>
                      <a:lnTo>
                        <a:pt x="152" y="156"/>
                      </a:lnTo>
                      <a:lnTo>
                        <a:pt x="422" y="0"/>
                      </a:lnTo>
                      <a:lnTo>
                        <a:pt x="602" y="309"/>
                      </a:lnTo>
                      <a:lnTo>
                        <a:pt x="331" y="463"/>
                      </a:lnTo>
                      <a:lnTo>
                        <a:pt x="382" y="552"/>
                      </a:lnTo>
                      <a:lnTo>
                        <a:pt x="0" y="449"/>
                      </a:lnTo>
                      <a:lnTo>
                        <a:pt x="101" y="67"/>
                      </a:lnTo>
                      <a:lnTo>
                        <a:pt x="101" y="67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8" name="işļiḋe"/>
                <p:cNvSpPr/>
                <p:nvPr/>
              </p:nvSpPr>
              <p:spPr bwMode="auto">
                <a:xfrm>
                  <a:off x="5867989" y="3393100"/>
                  <a:ext cx="443320" cy="478200"/>
                </a:xfrm>
                <a:custGeom>
                  <a:avLst/>
                  <a:gdLst>
                    <a:gd name="connsiteX0" fmla="*/ 281098 w 563253"/>
                    <a:gd name="connsiteY0" fmla="*/ 535097 h 607569"/>
                    <a:gd name="connsiteX1" fmla="*/ 370258 w 563253"/>
                    <a:gd name="connsiteY1" fmla="*/ 571333 h 607569"/>
                    <a:gd name="connsiteX2" fmla="*/ 281098 w 563253"/>
                    <a:gd name="connsiteY2" fmla="*/ 607569 h 607569"/>
                    <a:gd name="connsiteX3" fmla="*/ 191938 w 563253"/>
                    <a:gd name="connsiteY3" fmla="*/ 571333 h 607569"/>
                    <a:gd name="connsiteX4" fmla="*/ 281098 w 563253"/>
                    <a:gd name="connsiteY4" fmla="*/ 535097 h 607569"/>
                    <a:gd name="connsiteX5" fmla="*/ 390234 w 563253"/>
                    <a:gd name="connsiteY5" fmla="*/ 521478 h 607569"/>
                    <a:gd name="connsiteX6" fmla="*/ 402989 w 563253"/>
                    <a:gd name="connsiteY6" fmla="*/ 527616 h 607569"/>
                    <a:gd name="connsiteX7" fmla="*/ 442021 w 563253"/>
                    <a:gd name="connsiteY7" fmla="*/ 537591 h 607569"/>
                    <a:gd name="connsiteX8" fmla="*/ 386546 w 563253"/>
                    <a:gd name="connsiteY8" fmla="*/ 560148 h 607569"/>
                    <a:gd name="connsiteX9" fmla="*/ 360730 w 563253"/>
                    <a:gd name="connsiteY9" fmla="*/ 533447 h 607569"/>
                    <a:gd name="connsiteX10" fmla="*/ 173941 w 563253"/>
                    <a:gd name="connsiteY10" fmla="*/ 520843 h 607569"/>
                    <a:gd name="connsiteX11" fmla="*/ 202664 w 563253"/>
                    <a:gd name="connsiteY11" fmla="*/ 532824 h 607569"/>
                    <a:gd name="connsiteX12" fmla="*/ 176091 w 563253"/>
                    <a:gd name="connsiteY12" fmla="*/ 559089 h 607569"/>
                    <a:gd name="connsiteX13" fmla="*/ 123560 w 563253"/>
                    <a:gd name="connsiteY13" fmla="*/ 537278 h 607569"/>
                    <a:gd name="connsiteX14" fmla="*/ 160270 w 563253"/>
                    <a:gd name="connsiteY14" fmla="*/ 527601 h 607569"/>
                    <a:gd name="connsiteX15" fmla="*/ 173941 w 563253"/>
                    <a:gd name="connsiteY15" fmla="*/ 520843 h 607569"/>
                    <a:gd name="connsiteX16" fmla="*/ 472929 w 563253"/>
                    <a:gd name="connsiteY16" fmla="*/ 449078 h 607569"/>
                    <a:gd name="connsiteX17" fmla="*/ 562053 w 563253"/>
                    <a:gd name="connsiteY17" fmla="*/ 485278 h 607569"/>
                    <a:gd name="connsiteX18" fmla="*/ 472929 w 563253"/>
                    <a:gd name="connsiteY18" fmla="*/ 521478 h 607569"/>
                    <a:gd name="connsiteX19" fmla="*/ 383805 w 563253"/>
                    <a:gd name="connsiteY19" fmla="*/ 485278 h 607569"/>
                    <a:gd name="connsiteX20" fmla="*/ 472929 w 563253"/>
                    <a:gd name="connsiteY20" fmla="*/ 449078 h 607569"/>
                    <a:gd name="connsiteX21" fmla="*/ 90324 w 563253"/>
                    <a:gd name="connsiteY21" fmla="*/ 449078 h 607569"/>
                    <a:gd name="connsiteX22" fmla="*/ 179448 w 563253"/>
                    <a:gd name="connsiteY22" fmla="*/ 485278 h 607569"/>
                    <a:gd name="connsiteX23" fmla="*/ 90324 w 563253"/>
                    <a:gd name="connsiteY23" fmla="*/ 521478 h 607569"/>
                    <a:gd name="connsiteX24" fmla="*/ 1200 w 563253"/>
                    <a:gd name="connsiteY24" fmla="*/ 485278 h 607569"/>
                    <a:gd name="connsiteX25" fmla="*/ 90324 w 563253"/>
                    <a:gd name="connsiteY25" fmla="*/ 449078 h 607569"/>
                    <a:gd name="connsiteX26" fmla="*/ 239840 w 563253"/>
                    <a:gd name="connsiteY26" fmla="*/ 195178 h 607569"/>
                    <a:gd name="connsiteX27" fmla="*/ 255206 w 563253"/>
                    <a:gd name="connsiteY27" fmla="*/ 200087 h 607569"/>
                    <a:gd name="connsiteX28" fmla="*/ 281174 w 563253"/>
                    <a:gd name="connsiteY28" fmla="*/ 233224 h 607569"/>
                    <a:gd name="connsiteX29" fmla="*/ 306989 w 563253"/>
                    <a:gd name="connsiteY29" fmla="*/ 200087 h 607569"/>
                    <a:gd name="connsiteX30" fmla="*/ 322355 w 563253"/>
                    <a:gd name="connsiteY30" fmla="*/ 195178 h 607569"/>
                    <a:gd name="connsiteX31" fmla="*/ 335724 w 563253"/>
                    <a:gd name="connsiteY31" fmla="*/ 199320 h 607569"/>
                    <a:gd name="connsiteX32" fmla="*/ 336185 w 563253"/>
                    <a:gd name="connsiteY32" fmla="*/ 199473 h 607569"/>
                    <a:gd name="connsiteX33" fmla="*/ 371527 w 563253"/>
                    <a:gd name="connsiteY33" fmla="*/ 248565 h 607569"/>
                    <a:gd name="connsiteX34" fmla="*/ 371527 w 563253"/>
                    <a:gd name="connsiteY34" fmla="*/ 330640 h 607569"/>
                    <a:gd name="connsiteX35" fmla="*/ 369222 w 563253"/>
                    <a:gd name="connsiteY35" fmla="*/ 338311 h 607569"/>
                    <a:gd name="connsiteX36" fmla="*/ 341256 w 563253"/>
                    <a:gd name="connsiteY36" fmla="*/ 380806 h 607569"/>
                    <a:gd name="connsiteX37" fmla="*/ 341256 w 563253"/>
                    <a:gd name="connsiteY37" fmla="*/ 491416 h 607569"/>
                    <a:gd name="connsiteX38" fmla="*/ 327119 w 563253"/>
                    <a:gd name="connsiteY38" fmla="*/ 505530 h 607569"/>
                    <a:gd name="connsiteX39" fmla="*/ 235076 w 563253"/>
                    <a:gd name="connsiteY39" fmla="*/ 505530 h 607569"/>
                    <a:gd name="connsiteX40" fmla="*/ 220939 w 563253"/>
                    <a:gd name="connsiteY40" fmla="*/ 491416 h 607569"/>
                    <a:gd name="connsiteX41" fmla="*/ 220939 w 563253"/>
                    <a:gd name="connsiteY41" fmla="*/ 380806 h 607569"/>
                    <a:gd name="connsiteX42" fmla="*/ 192973 w 563253"/>
                    <a:gd name="connsiteY42" fmla="*/ 338311 h 607569"/>
                    <a:gd name="connsiteX43" fmla="*/ 190668 w 563253"/>
                    <a:gd name="connsiteY43" fmla="*/ 330640 h 607569"/>
                    <a:gd name="connsiteX44" fmla="*/ 190668 w 563253"/>
                    <a:gd name="connsiteY44" fmla="*/ 248565 h 607569"/>
                    <a:gd name="connsiteX45" fmla="*/ 226164 w 563253"/>
                    <a:gd name="connsiteY45" fmla="*/ 199473 h 607569"/>
                    <a:gd name="connsiteX46" fmla="*/ 226471 w 563253"/>
                    <a:gd name="connsiteY46" fmla="*/ 199320 h 607569"/>
                    <a:gd name="connsiteX47" fmla="*/ 431719 w 563253"/>
                    <a:gd name="connsiteY47" fmla="*/ 108453 h 607569"/>
                    <a:gd name="connsiteX48" fmla="*/ 446778 w 563253"/>
                    <a:gd name="connsiteY48" fmla="*/ 113055 h 607569"/>
                    <a:gd name="connsiteX49" fmla="*/ 472900 w 563253"/>
                    <a:gd name="connsiteY49" fmla="*/ 144811 h 607569"/>
                    <a:gd name="connsiteX50" fmla="*/ 499023 w 563253"/>
                    <a:gd name="connsiteY50" fmla="*/ 113055 h 607569"/>
                    <a:gd name="connsiteX51" fmla="*/ 514081 w 563253"/>
                    <a:gd name="connsiteY51" fmla="*/ 108453 h 607569"/>
                    <a:gd name="connsiteX52" fmla="*/ 527604 w 563253"/>
                    <a:gd name="connsiteY52" fmla="*/ 112595 h 607569"/>
                    <a:gd name="connsiteX53" fmla="*/ 527911 w 563253"/>
                    <a:gd name="connsiteY53" fmla="*/ 112748 h 607569"/>
                    <a:gd name="connsiteX54" fmla="*/ 563253 w 563253"/>
                    <a:gd name="connsiteY54" fmla="*/ 161840 h 607569"/>
                    <a:gd name="connsiteX55" fmla="*/ 563253 w 563253"/>
                    <a:gd name="connsiteY55" fmla="*/ 243915 h 607569"/>
                    <a:gd name="connsiteX56" fmla="*/ 560948 w 563253"/>
                    <a:gd name="connsiteY56" fmla="*/ 251586 h 607569"/>
                    <a:gd name="connsiteX57" fmla="*/ 533135 w 563253"/>
                    <a:gd name="connsiteY57" fmla="*/ 294081 h 607569"/>
                    <a:gd name="connsiteX58" fmla="*/ 533135 w 563253"/>
                    <a:gd name="connsiteY58" fmla="*/ 404691 h 607569"/>
                    <a:gd name="connsiteX59" fmla="*/ 518845 w 563253"/>
                    <a:gd name="connsiteY59" fmla="*/ 418805 h 607569"/>
                    <a:gd name="connsiteX60" fmla="*/ 426802 w 563253"/>
                    <a:gd name="connsiteY60" fmla="*/ 418805 h 607569"/>
                    <a:gd name="connsiteX61" fmla="*/ 412665 w 563253"/>
                    <a:gd name="connsiteY61" fmla="*/ 404691 h 607569"/>
                    <a:gd name="connsiteX62" fmla="*/ 412665 w 563253"/>
                    <a:gd name="connsiteY62" fmla="*/ 294081 h 607569"/>
                    <a:gd name="connsiteX63" fmla="*/ 384853 w 563253"/>
                    <a:gd name="connsiteY63" fmla="*/ 251586 h 607569"/>
                    <a:gd name="connsiteX64" fmla="*/ 382394 w 563253"/>
                    <a:gd name="connsiteY64" fmla="*/ 243915 h 607569"/>
                    <a:gd name="connsiteX65" fmla="*/ 382394 w 563253"/>
                    <a:gd name="connsiteY65" fmla="*/ 161840 h 607569"/>
                    <a:gd name="connsiteX66" fmla="*/ 417890 w 563253"/>
                    <a:gd name="connsiteY66" fmla="*/ 112748 h 607569"/>
                    <a:gd name="connsiteX67" fmla="*/ 418197 w 563253"/>
                    <a:gd name="connsiteY67" fmla="*/ 112595 h 607569"/>
                    <a:gd name="connsiteX68" fmla="*/ 49172 w 563253"/>
                    <a:gd name="connsiteY68" fmla="*/ 108441 h 607569"/>
                    <a:gd name="connsiteX69" fmla="*/ 63769 w 563253"/>
                    <a:gd name="connsiteY69" fmla="*/ 112430 h 607569"/>
                    <a:gd name="connsiteX70" fmla="*/ 90353 w 563253"/>
                    <a:gd name="connsiteY70" fmla="*/ 141580 h 607569"/>
                    <a:gd name="connsiteX71" fmla="*/ 116936 w 563253"/>
                    <a:gd name="connsiteY71" fmla="*/ 112430 h 607569"/>
                    <a:gd name="connsiteX72" fmla="*/ 131534 w 563253"/>
                    <a:gd name="connsiteY72" fmla="*/ 108441 h 607569"/>
                    <a:gd name="connsiteX73" fmla="*/ 145056 w 563253"/>
                    <a:gd name="connsiteY73" fmla="*/ 112584 h 607569"/>
                    <a:gd name="connsiteX74" fmla="*/ 145363 w 563253"/>
                    <a:gd name="connsiteY74" fmla="*/ 112737 h 607569"/>
                    <a:gd name="connsiteX75" fmla="*/ 180859 w 563253"/>
                    <a:gd name="connsiteY75" fmla="*/ 161831 h 607569"/>
                    <a:gd name="connsiteX76" fmla="*/ 180859 w 563253"/>
                    <a:gd name="connsiteY76" fmla="*/ 243909 h 607569"/>
                    <a:gd name="connsiteX77" fmla="*/ 178400 w 563253"/>
                    <a:gd name="connsiteY77" fmla="*/ 251580 h 607569"/>
                    <a:gd name="connsiteX78" fmla="*/ 150588 w 563253"/>
                    <a:gd name="connsiteY78" fmla="*/ 294077 h 607569"/>
                    <a:gd name="connsiteX79" fmla="*/ 150588 w 563253"/>
                    <a:gd name="connsiteY79" fmla="*/ 404692 h 607569"/>
                    <a:gd name="connsiteX80" fmla="*/ 136451 w 563253"/>
                    <a:gd name="connsiteY80" fmla="*/ 418806 h 607569"/>
                    <a:gd name="connsiteX81" fmla="*/ 44408 w 563253"/>
                    <a:gd name="connsiteY81" fmla="*/ 418806 h 607569"/>
                    <a:gd name="connsiteX82" fmla="*/ 30118 w 563253"/>
                    <a:gd name="connsiteY82" fmla="*/ 404692 h 607569"/>
                    <a:gd name="connsiteX83" fmla="*/ 30118 w 563253"/>
                    <a:gd name="connsiteY83" fmla="*/ 294077 h 607569"/>
                    <a:gd name="connsiteX84" fmla="*/ 2305 w 563253"/>
                    <a:gd name="connsiteY84" fmla="*/ 251580 h 607569"/>
                    <a:gd name="connsiteX85" fmla="*/ 0 w 563253"/>
                    <a:gd name="connsiteY85" fmla="*/ 243909 h 607569"/>
                    <a:gd name="connsiteX86" fmla="*/ 0 w 563253"/>
                    <a:gd name="connsiteY86" fmla="*/ 161831 h 607569"/>
                    <a:gd name="connsiteX87" fmla="*/ 35342 w 563253"/>
                    <a:gd name="connsiteY87" fmla="*/ 112737 h 607569"/>
                    <a:gd name="connsiteX88" fmla="*/ 35649 w 563253"/>
                    <a:gd name="connsiteY88" fmla="*/ 112584 h 607569"/>
                    <a:gd name="connsiteX89" fmla="*/ 281097 w 563253"/>
                    <a:gd name="connsiteY89" fmla="*/ 86654 h 607569"/>
                    <a:gd name="connsiteX90" fmla="*/ 333421 w 563253"/>
                    <a:gd name="connsiteY90" fmla="*/ 138908 h 607569"/>
                    <a:gd name="connsiteX91" fmla="*/ 281097 w 563253"/>
                    <a:gd name="connsiteY91" fmla="*/ 191162 h 607569"/>
                    <a:gd name="connsiteX92" fmla="*/ 228773 w 563253"/>
                    <a:gd name="connsiteY92" fmla="*/ 138908 h 607569"/>
                    <a:gd name="connsiteX93" fmla="*/ 281097 w 563253"/>
                    <a:gd name="connsiteY93" fmla="*/ 86654 h 607569"/>
                    <a:gd name="connsiteX94" fmla="*/ 472930 w 563253"/>
                    <a:gd name="connsiteY94" fmla="*/ 0 h 607569"/>
                    <a:gd name="connsiteX95" fmla="*/ 525149 w 563253"/>
                    <a:gd name="connsiteY95" fmla="*/ 52254 h 607569"/>
                    <a:gd name="connsiteX96" fmla="*/ 472930 w 563253"/>
                    <a:gd name="connsiteY96" fmla="*/ 104508 h 607569"/>
                    <a:gd name="connsiteX97" fmla="*/ 420711 w 563253"/>
                    <a:gd name="connsiteY97" fmla="*/ 52254 h 607569"/>
                    <a:gd name="connsiteX98" fmla="*/ 472930 w 563253"/>
                    <a:gd name="connsiteY98" fmla="*/ 0 h 607569"/>
                    <a:gd name="connsiteX99" fmla="*/ 90359 w 563253"/>
                    <a:gd name="connsiteY99" fmla="*/ 0 h 607569"/>
                    <a:gd name="connsiteX100" fmla="*/ 142613 w 563253"/>
                    <a:gd name="connsiteY100" fmla="*/ 52254 h 607569"/>
                    <a:gd name="connsiteX101" fmla="*/ 90359 w 563253"/>
                    <a:gd name="connsiteY101" fmla="*/ 104508 h 607569"/>
                    <a:gd name="connsiteX102" fmla="*/ 38105 w 563253"/>
                    <a:gd name="connsiteY102" fmla="*/ 52254 h 607569"/>
                    <a:gd name="connsiteX103" fmla="*/ 90359 w 563253"/>
                    <a:gd name="connsiteY103" fmla="*/ 0 h 60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</a:cxnLst>
                  <a:rect l="l" t="t" r="r" b="b"/>
                  <a:pathLst>
                    <a:path w="563253" h="607569">
                      <a:moveTo>
                        <a:pt x="281098" y="535097"/>
                      </a:moveTo>
                      <a:cubicBezTo>
                        <a:pt x="330340" y="535097"/>
                        <a:pt x="370258" y="551320"/>
                        <a:pt x="370258" y="571333"/>
                      </a:cubicBezTo>
                      <a:cubicBezTo>
                        <a:pt x="370258" y="591346"/>
                        <a:pt x="330340" y="607569"/>
                        <a:pt x="281098" y="607569"/>
                      </a:cubicBezTo>
                      <a:cubicBezTo>
                        <a:pt x="231856" y="607569"/>
                        <a:pt x="191938" y="591346"/>
                        <a:pt x="191938" y="571333"/>
                      </a:cubicBezTo>
                      <a:cubicBezTo>
                        <a:pt x="191938" y="551320"/>
                        <a:pt x="231856" y="535097"/>
                        <a:pt x="281098" y="535097"/>
                      </a:cubicBezTo>
                      <a:close/>
                      <a:moveTo>
                        <a:pt x="390234" y="521478"/>
                      </a:moveTo>
                      <a:cubicBezTo>
                        <a:pt x="393923" y="523626"/>
                        <a:pt x="398225" y="525775"/>
                        <a:pt x="402989" y="527616"/>
                      </a:cubicBezTo>
                      <a:cubicBezTo>
                        <a:pt x="414207" y="532220"/>
                        <a:pt x="427576" y="535596"/>
                        <a:pt x="442021" y="537591"/>
                      </a:cubicBezTo>
                      <a:lnTo>
                        <a:pt x="386546" y="560148"/>
                      </a:lnTo>
                      <a:cubicBezTo>
                        <a:pt x="383627" y="551708"/>
                        <a:pt x="376558" y="541887"/>
                        <a:pt x="360730" y="533447"/>
                      </a:cubicBezTo>
                      <a:close/>
                      <a:moveTo>
                        <a:pt x="173941" y="520843"/>
                      </a:moveTo>
                      <a:lnTo>
                        <a:pt x="202664" y="532824"/>
                      </a:lnTo>
                      <a:cubicBezTo>
                        <a:pt x="186690" y="541118"/>
                        <a:pt x="179317" y="550795"/>
                        <a:pt x="176091" y="559089"/>
                      </a:cubicBezTo>
                      <a:lnTo>
                        <a:pt x="123560" y="537278"/>
                      </a:lnTo>
                      <a:cubicBezTo>
                        <a:pt x="137077" y="535281"/>
                        <a:pt x="149672" y="532056"/>
                        <a:pt x="160270" y="527601"/>
                      </a:cubicBezTo>
                      <a:cubicBezTo>
                        <a:pt x="165493" y="525605"/>
                        <a:pt x="169947" y="523301"/>
                        <a:pt x="173941" y="520843"/>
                      </a:cubicBezTo>
                      <a:close/>
                      <a:moveTo>
                        <a:pt x="472929" y="449078"/>
                      </a:moveTo>
                      <a:cubicBezTo>
                        <a:pt x="522151" y="449078"/>
                        <a:pt x="562053" y="465285"/>
                        <a:pt x="562053" y="485278"/>
                      </a:cubicBezTo>
                      <a:cubicBezTo>
                        <a:pt x="562053" y="505271"/>
                        <a:pt x="522151" y="521478"/>
                        <a:pt x="472929" y="521478"/>
                      </a:cubicBezTo>
                      <a:cubicBezTo>
                        <a:pt x="423707" y="521478"/>
                        <a:pt x="383805" y="505271"/>
                        <a:pt x="383805" y="485278"/>
                      </a:cubicBezTo>
                      <a:cubicBezTo>
                        <a:pt x="383805" y="465285"/>
                        <a:pt x="423707" y="449078"/>
                        <a:pt x="472929" y="449078"/>
                      </a:cubicBezTo>
                      <a:close/>
                      <a:moveTo>
                        <a:pt x="90324" y="449078"/>
                      </a:moveTo>
                      <a:cubicBezTo>
                        <a:pt x="139546" y="449078"/>
                        <a:pt x="179448" y="465285"/>
                        <a:pt x="179448" y="485278"/>
                      </a:cubicBezTo>
                      <a:cubicBezTo>
                        <a:pt x="179448" y="505271"/>
                        <a:pt x="139546" y="521478"/>
                        <a:pt x="90324" y="521478"/>
                      </a:cubicBezTo>
                      <a:cubicBezTo>
                        <a:pt x="41102" y="521478"/>
                        <a:pt x="1200" y="505271"/>
                        <a:pt x="1200" y="485278"/>
                      </a:cubicBezTo>
                      <a:cubicBezTo>
                        <a:pt x="1200" y="465285"/>
                        <a:pt x="41102" y="449078"/>
                        <a:pt x="90324" y="449078"/>
                      </a:cubicBezTo>
                      <a:close/>
                      <a:moveTo>
                        <a:pt x="239840" y="195178"/>
                      </a:moveTo>
                      <a:cubicBezTo>
                        <a:pt x="245525" y="193490"/>
                        <a:pt x="251671" y="195331"/>
                        <a:pt x="255206" y="200087"/>
                      </a:cubicBezTo>
                      <a:lnTo>
                        <a:pt x="281174" y="233224"/>
                      </a:lnTo>
                      <a:lnTo>
                        <a:pt x="306989" y="200087"/>
                      </a:lnTo>
                      <a:cubicBezTo>
                        <a:pt x="310677" y="195331"/>
                        <a:pt x="316670" y="193490"/>
                        <a:pt x="322355" y="195178"/>
                      </a:cubicBezTo>
                      <a:lnTo>
                        <a:pt x="335724" y="199320"/>
                      </a:lnTo>
                      <a:cubicBezTo>
                        <a:pt x="335878" y="199320"/>
                        <a:pt x="336031" y="199320"/>
                        <a:pt x="336185" y="199473"/>
                      </a:cubicBezTo>
                      <a:cubicBezTo>
                        <a:pt x="357237" y="206530"/>
                        <a:pt x="371527" y="226167"/>
                        <a:pt x="371527" y="248565"/>
                      </a:cubicBezTo>
                      <a:lnTo>
                        <a:pt x="371527" y="330640"/>
                      </a:lnTo>
                      <a:cubicBezTo>
                        <a:pt x="371527" y="333402"/>
                        <a:pt x="370759" y="336010"/>
                        <a:pt x="369222" y="338311"/>
                      </a:cubicBezTo>
                      <a:lnTo>
                        <a:pt x="341256" y="380806"/>
                      </a:lnTo>
                      <a:lnTo>
                        <a:pt x="341256" y="491416"/>
                      </a:lnTo>
                      <a:cubicBezTo>
                        <a:pt x="341256" y="499240"/>
                        <a:pt x="334956" y="505530"/>
                        <a:pt x="327119" y="505530"/>
                      </a:cubicBezTo>
                      <a:lnTo>
                        <a:pt x="235076" y="505530"/>
                      </a:lnTo>
                      <a:cubicBezTo>
                        <a:pt x="227239" y="505530"/>
                        <a:pt x="220939" y="499240"/>
                        <a:pt x="220939" y="491416"/>
                      </a:cubicBezTo>
                      <a:lnTo>
                        <a:pt x="220939" y="380806"/>
                      </a:lnTo>
                      <a:lnTo>
                        <a:pt x="192973" y="338311"/>
                      </a:lnTo>
                      <a:cubicBezTo>
                        <a:pt x="191436" y="336010"/>
                        <a:pt x="190668" y="333402"/>
                        <a:pt x="190668" y="330640"/>
                      </a:cubicBezTo>
                      <a:lnTo>
                        <a:pt x="190668" y="248565"/>
                      </a:lnTo>
                      <a:cubicBezTo>
                        <a:pt x="190668" y="226167"/>
                        <a:pt x="204958" y="206530"/>
                        <a:pt x="226164" y="199473"/>
                      </a:cubicBezTo>
                      <a:cubicBezTo>
                        <a:pt x="226164" y="199320"/>
                        <a:pt x="226317" y="199320"/>
                        <a:pt x="226471" y="199320"/>
                      </a:cubicBezTo>
                      <a:close/>
                      <a:moveTo>
                        <a:pt x="431719" y="108453"/>
                      </a:moveTo>
                      <a:cubicBezTo>
                        <a:pt x="437251" y="106765"/>
                        <a:pt x="443090" y="108606"/>
                        <a:pt x="446778" y="113055"/>
                      </a:cubicBezTo>
                      <a:lnTo>
                        <a:pt x="472900" y="144811"/>
                      </a:lnTo>
                      <a:lnTo>
                        <a:pt x="499023" y="113055"/>
                      </a:lnTo>
                      <a:cubicBezTo>
                        <a:pt x="502557" y="108606"/>
                        <a:pt x="508550" y="106765"/>
                        <a:pt x="514081" y="108453"/>
                      </a:cubicBezTo>
                      <a:lnTo>
                        <a:pt x="527604" y="112595"/>
                      </a:lnTo>
                      <a:cubicBezTo>
                        <a:pt x="527604" y="112595"/>
                        <a:pt x="527757" y="112595"/>
                        <a:pt x="527911" y="112748"/>
                      </a:cubicBezTo>
                      <a:cubicBezTo>
                        <a:pt x="549116" y="119805"/>
                        <a:pt x="563253" y="139442"/>
                        <a:pt x="563253" y="161840"/>
                      </a:cubicBezTo>
                      <a:lnTo>
                        <a:pt x="563253" y="243915"/>
                      </a:lnTo>
                      <a:cubicBezTo>
                        <a:pt x="563253" y="246677"/>
                        <a:pt x="562485" y="249285"/>
                        <a:pt x="560948" y="251586"/>
                      </a:cubicBezTo>
                      <a:lnTo>
                        <a:pt x="533135" y="294081"/>
                      </a:lnTo>
                      <a:lnTo>
                        <a:pt x="533135" y="404691"/>
                      </a:lnTo>
                      <a:cubicBezTo>
                        <a:pt x="533135" y="412515"/>
                        <a:pt x="526682" y="418805"/>
                        <a:pt x="518845" y="418805"/>
                      </a:cubicBezTo>
                      <a:lnTo>
                        <a:pt x="426802" y="418805"/>
                      </a:lnTo>
                      <a:cubicBezTo>
                        <a:pt x="419119" y="418805"/>
                        <a:pt x="412665" y="412515"/>
                        <a:pt x="412665" y="404691"/>
                      </a:cubicBezTo>
                      <a:lnTo>
                        <a:pt x="412665" y="294081"/>
                      </a:lnTo>
                      <a:lnTo>
                        <a:pt x="384853" y="251586"/>
                      </a:lnTo>
                      <a:cubicBezTo>
                        <a:pt x="383316" y="249285"/>
                        <a:pt x="382394" y="246677"/>
                        <a:pt x="382394" y="243915"/>
                      </a:cubicBezTo>
                      <a:lnTo>
                        <a:pt x="382394" y="161840"/>
                      </a:lnTo>
                      <a:cubicBezTo>
                        <a:pt x="382394" y="139442"/>
                        <a:pt x="396684" y="119805"/>
                        <a:pt x="417890" y="112748"/>
                      </a:cubicBezTo>
                      <a:cubicBezTo>
                        <a:pt x="418043" y="112595"/>
                        <a:pt x="418043" y="112595"/>
                        <a:pt x="418197" y="112595"/>
                      </a:cubicBezTo>
                      <a:close/>
                      <a:moveTo>
                        <a:pt x="49172" y="108441"/>
                      </a:moveTo>
                      <a:cubicBezTo>
                        <a:pt x="54396" y="106907"/>
                        <a:pt x="60081" y="108441"/>
                        <a:pt x="63769" y="112430"/>
                      </a:cubicBezTo>
                      <a:lnTo>
                        <a:pt x="90353" y="141580"/>
                      </a:lnTo>
                      <a:lnTo>
                        <a:pt x="116936" y="112430"/>
                      </a:lnTo>
                      <a:cubicBezTo>
                        <a:pt x="120624" y="108441"/>
                        <a:pt x="126309" y="106907"/>
                        <a:pt x="131534" y="108441"/>
                      </a:cubicBezTo>
                      <a:lnTo>
                        <a:pt x="145056" y="112584"/>
                      </a:lnTo>
                      <a:cubicBezTo>
                        <a:pt x="145210" y="112584"/>
                        <a:pt x="145210" y="112584"/>
                        <a:pt x="145363" y="112737"/>
                      </a:cubicBezTo>
                      <a:cubicBezTo>
                        <a:pt x="166569" y="119794"/>
                        <a:pt x="180859" y="139432"/>
                        <a:pt x="180859" y="161831"/>
                      </a:cubicBezTo>
                      <a:lnTo>
                        <a:pt x="180859" y="243909"/>
                      </a:lnTo>
                      <a:cubicBezTo>
                        <a:pt x="180859" y="246671"/>
                        <a:pt x="179937" y="249279"/>
                        <a:pt x="178400" y="251580"/>
                      </a:cubicBezTo>
                      <a:lnTo>
                        <a:pt x="150588" y="294077"/>
                      </a:lnTo>
                      <a:lnTo>
                        <a:pt x="150588" y="404692"/>
                      </a:lnTo>
                      <a:cubicBezTo>
                        <a:pt x="150588" y="412516"/>
                        <a:pt x="144288" y="418806"/>
                        <a:pt x="136451" y="418806"/>
                      </a:cubicBezTo>
                      <a:lnTo>
                        <a:pt x="44408" y="418806"/>
                      </a:lnTo>
                      <a:cubicBezTo>
                        <a:pt x="36571" y="418806"/>
                        <a:pt x="30118" y="412516"/>
                        <a:pt x="30118" y="404692"/>
                      </a:cubicBezTo>
                      <a:lnTo>
                        <a:pt x="30118" y="294077"/>
                      </a:lnTo>
                      <a:lnTo>
                        <a:pt x="2305" y="251580"/>
                      </a:lnTo>
                      <a:cubicBezTo>
                        <a:pt x="768" y="249279"/>
                        <a:pt x="0" y="246671"/>
                        <a:pt x="0" y="243909"/>
                      </a:cubicBezTo>
                      <a:lnTo>
                        <a:pt x="0" y="161831"/>
                      </a:lnTo>
                      <a:cubicBezTo>
                        <a:pt x="0" y="139432"/>
                        <a:pt x="14137" y="119794"/>
                        <a:pt x="35342" y="112737"/>
                      </a:cubicBezTo>
                      <a:cubicBezTo>
                        <a:pt x="35496" y="112584"/>
                        <a:pt x="35649" y="112584"/>
                        <a:pt x="35649" y="112584"/>
                      </a:cubicBezTo>
                      <a:close/>
                      <a:moveTo>
                        <a:pt x="281097" y="86654"/>
                      </a:moveTo>
                      <a:cubicBezTo>
                        <a:pt x="309995" y="86654"/>
                        <a:pt x="333421" y="110049"/>
                        <a:pt x="333421" y="138908"/>
                      </a:cubicBezTo>
                      <a:cubicBezTo>
                        <a:pt x="333421" y="167767"/>
                        <a:pt x="309995" y="191162"/>
                        <a:pt x="281097" y="191162"/>
                      </a:cubicBezTo>
                      <a:cubicBezTo>
                        <a:pt x="252199" y="191162"/>
                        <a:pt x="228773" y="167767"/>
                        <a:pt x="228773" y="138908"/>
                      </a:cubicBezTo>
                      <a:cubicBezTo>
                        <a:pt x="228773" y="110049"/>
                        <a:pt x="252199" y="86654"/>
                        <a:pt x="281097" y="86654"/>
                      </a:cubicBezTo>
                      <a:close/>
                      <a:moveTo>
                        <a:pt x="472930" y="0"/>
                      </a:moveTo>
                      <a:cubicBezTo>
                        <a:pt x="501770" y="0"/>
                        <a:pt x="525149" y="23395"/>
                        <a:pt x="525149" y="52254"/>
                      </a:cubicBezTo>
                      <a:cubicBezTo>
                        <a:pt x="525149" y="81113"/>
                        <a:pt x="501770" y="104508"/>
                        <a:pt x="472930" y="104508"/>
                      </a:cubicBezTo>
                      <a:cubicBezTo>
                        <a:pt x="444090" y="104508"/>
                        <a:pt x="420711" y="81113"/>
                        <a:pt x="420711" y="52254"/>
                      </a:cubicBezTo>
                      <a:cubicBezTo>
                        <a:pt x="420711" y="23395"/>
                        <a:pt x="444090" y="0"/>
                        <a:pt x="472930" y="0"/>
                      </a:cubicBezTo>
                      <a:close/>
                      <a:moveTo>
                        <a:pt x="90359" y="0"/>
                      </a:moveTo>
                      <a:cubicBezTo>
                        <a:pt x="119218" y="0"/>
                        <a:pt x="142613" y="23395"/>
                        <a:pt x="142613" y="52254"/>
                      </a:cubicBezTo>
                      <a:cubicBezTo>
                        <a:pt x="142613" y="81113"/>
                        <a:pt x="119218" y="104508"/>
                        <a:pt x="90359" y="104508"/>
                      </a:cubicBezTo>
                      <a:cubicBezTo>
                        <a:pt x="61500" y="104508"/>
                        <a:pt x="38105" y="81113"/>
                        <a:pt x="38105" y="52254"/>
                      </a:cubicBezTo>
                      <a:cubicBezTo>
                        <a:pt x="38105" y="23395"/>
                        <a:pt x="61500" y="0"/>
                        <a:pt x="9035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t" anchorCtr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9" name="iśļíḍe"/>
                <p:cNvSpPr/>
                <p:nvPr/>
              </p:nvSpPr>
              <p:spPr bwMode="auto">
                <a:xfrm>
                  <a:off x="5975722" y="2401294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0" name="ísļiḍé"/>
                <p:cNvSpPr/>
                <p:nvPr/>
              </p:nvSpPr>
              <p:spPr bwMode="auto">
                <a:xfrm>
                  <a:off x="7111451" y="2916238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1" name="îšḷíḍè"/>
                <p:cNvSpPr/>
                <p:nvPr/>
              </p:nvSpPr>
              <p:spPr bwMode="auto">
                <a:xfrm>
                  <a:off x="7111451" y="4120656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2" name="îŝliḋe"/>
                <p:cNvSpPr/>
                <p:nvPr/>
              </p:nvSpPr>
              <p:spPr bwMode="auto">
                <a:xfrm>
                  <a:off x="5975722" y="4635599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3" name="ïŝḻïḑé"/>
                <p:cNvSpPr/>
                <p:nvPr/>
              </p:nvSpPr>
              <p:spPr bwMode="auto">
                <a:xfrm>
                  <a:off x="4839995" y="4120656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4" name="ïšḷíḑè"/>
                <p:cNvSpPr/>
                <p:nvPr/>
              </p:nvSpPr>
              <p:spPr bwMode="auto">
                <a:xfrm>
                  <a:off x="4839995" y="2916238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</p:grpSp>
          <p:sp>
            <p:nvSpPr>
              <p:cNvPr id="55" name="文本框 99"/>
              <p:cNvSpPr txBox="1"/>
              <p:nvPr/>
            </p:nvSpPr>
            <p:spPr bwMode="auto">
              <a:xfrm>
                <a:off x="12223" y="3486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56" name="文本框 100"/>
              <p:cNvSpPr txBox="1"/>
              <p:nvPr/>
            </p:nvSpPr>
            <p:spPr bwMode="auto">
              <a:xfrm>
                <a:off x="12223" y="2797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7" name="文本框 99"/>
              <p:cNvSpPr txBox="1"/>
              <p:nvPr/>
            </p:nvSpPr>
            <p:spPr bwMode="auto">
              <a:xfrm>
                <a:off x="12845" y="5804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58" name="文本框 100"/>
              <p:cNvSpPr txBox="1"/>
              <p:nvPr/>
            </p:nvSpPr>
            <p:spPr bwMode="auto">
              <a:xfrm>
                <a:off x="12845" y="5115"/>
                <a:ext cx="3377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9" name="文本框 99"/>
              <p:cNvSpPr txBox="1"/>
              <p:nvPr/>
            </p:nvSpPr>
            <p:spPr bwMode="auto">
              <a:xfrm>
                <a:off x="12223" y="8100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60" name="文本框 100"/>
              <p:cNvSpPr txBox="1"/>
              <p:nvPr/>
            </p:nvSpPr>
            <p:spPr bwMode="auto">
              <a:xfrm>
                <a:off x="12223" y="7411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1" name="文本框 99"/>
              <p:cNvSpPr txBox="1"/>
              <p:nvPr/>
            </p:nvSpPr>
            <p:spPr bwMode="auto">
              <a:xfrm>
                <a:off x="2777" y="3486"/>
                <a:ext cx="4082" cy="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2" name="文本框 100"/>
              <p:cNvSpPr txBox="1"/>
              <p:nvPr/>
            </p:nvSpPr>
            <p:spPr bwMode="auto">
              <a:xfrm>
                <a:off x="2829" y="2797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3" name="文本框 99"/>
              <p:cNvSpPr txBox="1"/>
              <p:nvPr/>
            </p:nvSpPr>
            <p:spPr bwMode="auto">
              <a:xfrm>
                <a:off x="2777" y="8100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64" name="文本框 100"/>
              <p:cNvSpPr txBox="1"/>
              <p:nvPr/>
            </p:nvSpPr>
            <p:spPr bwMode="auto">
              <a:xfrm>
                <a:off x="2829" y="7411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65" name="文本框 99"/>
              <p:cNvSpPr txBox="1"/>
              <p:nvPr/>
            </p:nvSpPr>
            <p:spPr bwMode="auto">
              <a:xfrm>
                <a:off x="1959" y="5804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  <a:endParaRPr lang="en-US" altLang="zh-CN" dirty="0">
                  <a:sym typeface="+mn-ea"/>
                </a:endParaRPr>
              </a:p>
            </p:txBody>
          </p:sp>
          <p:sp>
            <p:nvSpPr>
              <p:cNvPr id="66" name="文本框 100"/>
              <p:cNvSpPr txBox="1"/>
              <p:nvPr/>
            </p:nvSpPr>
            <p:spPr bwMode="auto">
              <a:xfrm>
                <a:off x="2011" y="5115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  <a:endParaRPr lang="en-US" altLang="zh-CN" sz="1500" b="1" dirty="0">
                  <a:solidFill>
                    <a:srgbClr val="01568F"/>
                  </a:solidFill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-227965" y="0"/>
            <a:ext cx="11022330" cy="5898515"/>
            <a:chOff x="-359" y="0"/>
            <a:chExt cx="17358" cy="9289"/>
          </a:xfrm>
        </p:grpSpPr>
        <p:grpSp>
          <p:nvGrpSpPr>
            <p:cNvPr id="46" name="组合 45"/>
            <p:cNvGrpSpPr/>
            <p:nvPr/>
          </p:nvGrpSpPr>
          <p:grpSpPr>
            <a:xfrm>
              <a:off x="2195" y="3100"/>
              <a:ext cx="14804" cy="6189"/>
              <a:chOff x="2195" y="3100"/>
              <a:chExt cx="14804" cy="6189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6771" y="3100"/>
                <a:ext cx="5631" cy="5616"/>
                <a:chOff x="5857" y="2354"/>
                <a:chExt cx="6665" cy="6647"/>
              </a:xfrm>
            </p:grpSpPr>
            <p:sp>
              <p:nvSpPr>
                <p:cNvPr id="2" name="Freeform 5"/>
                <p:cNvSpPr/>
                <p:nvPr/>
              </p:nvSpPr>
              <p:spPr bwMode="auto">
                <a:xfrm>
                  <a:off x="11711" y="4746"/>
                  <a:ext cx="698" cy="1743"/>
                </a:xfrm>
                <a:custGeom>
                  <a:avLst/>
                  <a:gdLst/>
                  <a:ahLst/>
                  <a:cxnLst>
                    <a:cxn ang="0">
                      <a:pos x="0" y="346"/>
                    </a:cxn>
                    <a:cxn ang="0">
                      <a:pos x="73" y="563"/>
                    </a:cxn>
                    <a:cxn ang="0">
                      <a:pos x="224" y="391"/>
                    </a:cxn>
                    <a:cxn ang="0">
                      <a:pos x="149" y="376"/>
                    </a:cxn>
                    <a:cxn ang="0">
                      <a:pos x="108" y="0"/>
                    </a:cxn>
                    <a:cxn ang="0">
                      <a:pos x="35" y="24"/>
                    </a:cxn>
                    <a:cxn ang="0">
                      <a:pos x="73" y="361"/>
                    </a:cxn>
                    <a:cxn ang="0">
                      <a:pos x="0" y="346"/>
                    </a:cxn>
                  </a:cxnLst>
                  <a:rect l="0" t="0" r="r" b="b"/>
                  <a:pathLst>
                    <a:path w="224" h="563">
                      <a:moveTo>
                        <a:pt x="0" y="346"/>
                      </a:moveTo>
                      <a:cubicBezTo>
                        <a:pt x="73" y="563"/>
                        <a:pt x="73" y="563"/>
                        <a:pt x="73" y="563"/>
                      </a:cubicBezTo>
                      <a:cubicBezTo>
                        <a:pt x="224" y="391"/>
                        <a:pt x="224" y="391"/>
                        <a:pt x="224" y="391"/>
                      </a:cubicBezTo>
                      <a:cubicBezTo>
                        <a:pt x="149" y="376"/>
                        <a:pt x="149" y="376"/>
                        <a:pt x="149" y="376"/>
                      </a:cubicBezTo>
                      <a:cubicBezTo>
                        <a:pt x="160" y="250"/>
                        <a:pt x="146" y="121"/>
                        <a:pt x="108" y="0"/>
                      </a:cubicBezTo>
                      <a:cubicBezTo>
                        <a:pt x="35" y="24"/>
                        <a:pt x="35" y="24"/>
                        <a:pt x="35" y="24"/>
                      </a:cubicBezTo>
                      <a:cubicBezTo>
                        <a:pt x="69" y="132"/>
                        <a:pt x="82" y="247"/>
                        <a:pt x="73" y="361"/>
                      </a:cubicBezTo>
                      <a:lnTo>
                        <a:pt x="0" y="346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3" name="Freeform 6"/>
                <p:cNvSpPr/>
                <p:nvPr/>
              </p:nvSpPr>
              <p:spPr bwMode="auto">
                <a:xfrm>
                  <a:off x="8369" y="2466"/>
                  <a:ext cx="1754" cy="695"/>
                </a:xfrm>
                <a:custGeom>
                  <a:avLst/>
                  <a:gdLst/>
                  <a:ahLst/>
                  <a:cxnLst>
                    <a:cxn ang="0">
                      <a:pos x="361" y="151"/>
                    </a:cxn>
                    <a:cxn ang="0">
                      <a:pos x="346" y="224"/>
                    </a:cxn>
                    <a:cxn ang="0">
                      <a:pos x="563" y="151"/>
                    </a:cxn>
                    <a:cxn ang="0">
                      <a:pos x="391" y="0"/>
                    </a:cxn>
                    <a:cxn ang="0">
                      <a:pos x="376" y="75"/>
                    </a:cxn>
                    <a:cxn ang="0">
                      <a:pos x="0" y="116"/>
                    </a:cxn>
                    <a:cxn ang="0">
                      <a:pos x="23" y="189"/>
                    </a:cxn>
                    <a:cxn ang="0">
                      <a:pos x="361" y="151"/>
                    </a:cxn>
                  </a:cxnLst>
                  <a:rect l="0" t="0" r="r" b="b"/>
                  <a:pathLst>
                    <a:path w="563" h="224">
                      <a:moveTo>
                        <a:pt x="361" y="151"/>
                      </a:moveTo>
                      <a:cubicBezTo>
                        <a:pt x="346" y="224"/>
                        <a:pt x="346" y="224"/>
                        <a:pt x="346" y="224"/>
                      </a:cubicBezTo>
                      <a:cubicBezTo>
                        <a:pt x="563" y="151"/>
                        <a:pt x="563" y="151"/>
                        <a:pt x="563" y="151"/>
                      </a:cubicBezTo>
                      <a:cubicBezTo>
                        <a:pt x="391" y="0"/>
                        <a:pt x="391" y="0"/>
                        <a:pt x="391" y="0"/>
                      </a:cubicBezTo>
                      <a:cubicBezTo>
                        <a:pt x="376" y="75"/>
                        <a:pt x="376" y="75"/>
                        <a:pt x="376" y="75"/>
                      </a:cubicBezTo>
                      <a:cubicBezTo>
                        <a:pt x="250" y="64"/>
                        <a:pt x="121" y="78"/>
                        <a:pt x="0" y="116"/>
                      </a:cubicBezTo>
                      <a:cubicBezTo>
                        <a:pt x="23" y="189"/>
                        <a:pt x="23" y="189"/>
                        <a:pt x="23" y="189"/>
                      </a:cubicBezTo>
                      <a:cubicBezTo>
                        <a:pt x="131" y="155"/>
                        <a:pt x="247" y="142"/>
                        <a:pt x="361" y="151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4" name="Freeform 7"/>
                <p:cNvSpPr/>
                <p:nvPr/>
              </p:nvSpPr>
              <p:spPr bwMode="auto">
                <a:xfrm>
                  <a:off x="5857" y="4746"/>
                  <a:ext cx="698" cy="1743"/>
                </a:xfrm>
                <a:custGeom>
                  <a:avLst/>
                  <a:gdLst/>
                  <a:ahLst/>
                  <a:cxnLst>
                    <a:cxn ang="0">
                      <a:pos x="116" y="563"/>
                    </a:cxn>
                    <a:cxn ang="0">
                      <a:pos x="189" y="540"/>
                    </a:cxn>
                    <a:cxn ang="0">
                      <a:pos x="151" y="202"/>
                    </a:cxn>
                    <a:cxn ang="0">
                      <a:pos x="224" y="217"/>
                    </a:cxn>
                    <a:cxn ang="0">
                      <a:pos x="151" y="0"/>
                    </a:cxn>
                    <a:cxn ang="0">
                      <a:pos x="0" y="172"/>
                    </a:cxn>
                    <a:cxn ang="0">
                      <a:pos x="75" y="187"/>
                    </a:cxn>
                    <a:cxn ang="0">
                      <a:pos x="116" y="563"/>
                    </a:cxn>
                  </a:cxnLst>
                  <a:rect l="0" t="0" r="r" b="b"/>
                  <a:pathLst>
                    <a:path w="224" h="563">
                      <a:moveTo>
                        <a:pt x="116" y="563"/>
                      </a:moveTo>
                      <a:cubicBezTo>
                        <a:pt x="189" y="540"/>
                        <a:pt x="189" y="540"/>
                        <a:pt x="189" y="540"/>
                      </a:cubicBezTo>
                      <a:cubicBezTo>
                        <a:pt x="155" y="432"/>
                        <a:pt x="142" y="316"/>
                        <a:pt x="151" y="202"/>
                      </a:cubicBezTo>
                      <a:cubicBezTo>
                        <a:pt x="224" y="217"/>
                        <a:pt x="224" y="217"/>
                        <a:pt x="224" y="217"/>
                      </a:cubicBezTo>
                      <a:cubicBezTo>
                        <a:pt x="151" y="0"/>
                        <a:pt x="151" y="0"/>
                        <a:pt x="151" y="0"/>
                      </a:cubicBezTo>
                      <a:cubicBezTo>
                        <a:pt x="0" y="172"/>
                        <a:pt x="0" y="172"/>
                        <a:pt x="0" y="172"/>
                      </a:cubicBezTo>
                      <a:cubicBezTo>
                        <a:pt x="75" y="187"/>
                        <a:pt x="75" y="187"/>
                        <a:pt x="75" y="187"/>
                      </a:cubicBezTo>
                      <a:cubicBezTo>
                        <a:pt x="64" y="313"/>
                        <a:pt x="78" y="442"/>
                        <a:pt x="116" y="563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5" name="Freeform 8"/>
                <p:cNvSpPr/>
                <p:nvPr/>
              </p:nvSpPr>
              <p:spPr bwMode="auto">
                <a:xfrm>
                  <a:off x="8369" y="8295"/>
                  <a:ext cx="1754" cy="695"/>
                </a:xfrm>
                <a:custGeom>
                  <a:avLst/>
                  <a:gdLst/>
                  <a:ahLst/>
                  <a:cxnLst>
                    <a:cxn ang="0">
                      <a:pos x="202" y="73"/>
                    </a:cxn>
                    <a:cxn ang="0">
                      <a:pos x="217" y="0"/>
                    </a:cxn>
                    <a:cxn ang="0">
                      <a:pos x="0" y="73"/>
                    </a:cxn>
                    <a:cxn ang="0">
                      <a:pos x="172" y="224"/>
                    </a:cxn>
                    <a:cxn ang="0">
                      <a:pos x="187" y="149"/>
                    </a:cxn>
                    <a:cxn ang="0">
                      <a:pos x="273" y="153"/>
                    </a:cxn>
                    <a:cxn ang="0">
                      <a:pos x="563" y="108"/>
                    </a:cxn>
                    <a:cxn ang="0">
                      <a:pos x="540" y="35"/>
                    </a:cxn>
                    <a:cxn ang="0">
                      <a:pos x="202" y="73"/>
                    </a:cxn>
                  </a:cxnLst>
                  <a:rect l="0" t="0" r="r" b="b"/>
                  <a:pathLst>
                    <a:path w="563" h="224">
                      <a:moveTo>
                        <a:pt x="202" y="73"/>
                      </a:moveTo>
                      <a:cubicBezTo>
                        <a:pt x="217" y="0"/>
                        <a:pt x="217" y="0"/>
                        <a:pt x="217" y="0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172" y="224"/>
                        <a:pt x="172" y="224"/>
                        <a:pt x="172" y="224"/>
                      </a:cubicBezTo>
                      <a:cubicBezTo>
                        <a:pt x="187" y="149"/>
                        <a:pt x="187" y="149"/>
                        <a:pt x="187" y="149"/>
                      </a:cubicBezTo>
                      <a:cubicBezTo>
                        <a:pt x="216" y="151"/>
                        <a:pt x="244" y="153"/>
                        <a:pt x="273" y="153"/>
                      </a:cubicBezTo>
                      <a:cubicBezTo>
                        <a:pt x="371" y="153"/>
                        <a:pt x="470" y="138"/>
                        <a:pt x="563" y="108"/>
                      </a:cubicBezTo>
                      <a:cubicBezTo>
                        <a:pt x="540" y="35"/>
                        <a:pt x="540" y="35"/>
                        <a:pt x="540" y="35"/>
                      </a:cubicBezTo>
                      <a:cubicBezTo>
                        <a:pt x="431" y="69"/>
                        <a:pt x="316" y="82"/>
                        <a:pt x="202" y="73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grpSp>
              <p:nvGrpSpPr>
                <p:cNvPr id="6" name="Group 22"/>
                <p:cNvGrpSpPr/>
                <p:nvPr/>
              </p:nvGrpSpPr>
              <p:grpSpPr>
                <a:xfrm>
                  <a:off x="5941" y="2354"/>
                  <a:ext cx="2867" cy="2946"/>
                  <a:chOff x="2803525" y="1157288"/>
                  <a:chExt cx="1565275" cy="1615284"/>
                </a:xfrm>
              </p:grpSpPr>
              <p:sp>
                <p:nvSpPr>
                  <p:cNvPr id="7" name="Freeform 9"/>
                  <p:cNvSpPr/>
                  <p:nvPr/>
                </p:nvSpPr>
                <p:spPr bwMode="auto">
                  <a:xfrm>
                    <a:off x="2803525" y="1207297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8" name="Freeform 9"/>
                  <p:cNvSpPr/>
                  <p:nvPr/>
                </p:nvSpPr>
                <p:spPr bwMode="auto">
                  <a:xfrm>
                    <a:off x="2803525" y="1157288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rgbClr val="1C4F90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9" name="Group 23"/>
                <p:cNvGrpSpPr/>
                <p:nvPr/>
              </p:nvGrpSpPr>
              <p:grpSpPr>
                <a:xfrm>
                  <a:off x="9655" y="2354"/>
                  <a:ext cx="2867" cy="2946"/>
                  <a:chOff x="4830763" y="1157288"/>
                  <a:chExt cx="1565275" cy="1615284"/>
                </a:xfrm>
              </p:grpSpPr>
              <p:sp>
                <p:nvSpPr>
                  <p:cNvPr id="10" name="Freeform 10"/>
                  <p:cNvSpPr/>
                  <p:nvPr/>
                </p:nvSpPr>
                <p:spPr bwMode="auto">
                  <a:xfrm>
                    <a:off x="4830763" y="1207297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 bwMode="auto">
                  <a:xfrm>
                    <a:off x="4830763" y="1157288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2" name="Group 24"/>
                <p:cNvGrpSpPr/>
                <p:nvPr/>
              </p:nvGrpSpPr>
              <p:grpSpPr>
                <a:xfrm>
                  <a:off x="9655" y="6051"/>
                  <a:ext cx="2867" cy="2950"/>
                  <a:chOff x="4830763" y="3184525"/>
                  <a:chExt cx="1565275" cy="1617345"/>
                </a:xfrm>
              </p:grpSpPr>
              <p:sp>
                <p:nvSpPr>
                  <p:cNvPr id="13" name="Freeform 10"/>
                  <p:cNvSpPr/>
                  <p:nvPr/>
                </p:nvSpPr>
                <p:spPr bwMode="auto">
                  <a:xfrm>
                    <a:off x="4830763" y="323659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4" name="Freeform 11"/>
                  <p:cNvSpPr/>
                  <p:nvPr/>
                </p:nvSpPr>
                <p:spPr bwMode="auto">
                  <a:xfrm>
                    <a:off x="4830763" y="318452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</a:cxnLst>
                    <a:rect l="0" t="0" r="r" b="b"/>
                    <a:pathLst>
                      <a:path w="922" h="922">
                        <a:moveTo>
                          <a:pt x="490" y="16"/>
                        </a:move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lnTo>
                          <a:pt x="490" y="16"/>
                        </a:lnTo>
                        <a:close/>
                      </a:path>
                    </a:pathLst>
                  </a:custGeom>
                  <a:solidFill>
                    <a:srgbClr val="1C4F90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5" name="Group 25"/>
                <p:cNvGrpSpPr/>
                <p:nvPr/>
              </p:nvGrpSpPr>
              <p:grpSpPr>
                <a:xfrm>
                  <a:off x="5941" y="6051"/>
                  <a:ext cx="2867" cy="2950"/>
                  <a:chOff x="2803525" y="3184525"/>
                  <a:chExt cx="1565275" cy="1617345"/>
                </a:xfrm>
              </p:grpSpPr>
              <p:sp>
                <p:nvSpPr>
                  <p:cNvPr id="16" name="Freeform 9"/>
                  <p:cNvSpPr/>
                  <p:nvPr/>
                </p:nvSpPr>
                <p:spPr bwMode="auto">
                  <a:xfrm>
                    <a:off x="2803525" y="323659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7" name="Freeform 12"/>
                  <p:cNvSpPr/>
                  <p:nvPr/>
                </p:nvSpPr>
                <p:spPr bwMode="auto">
                  <a:xfrm>
                    <a:off x="2803525" y="318452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</a:cxnLst>
                    <a:rect l="0" t="0" r="r" b="b"/>
                    <a:pathLst>
                      <a:path w="922" h="922">
                        <a:moveTo>
                          <a:pt x="906" y="432"/>
                        </a:move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8" name="Group 31"/>
                <p:cNvGrpSpPr/>
                <p:nvPr/>
              </p:nvGrpSpPr>
              <p:grpSpPr>
                <a:xfrm>
                  <a:off x="6582" y="3127"/>
                  <a:ext cx="1585" cy="1486"/>
                  <a:chOff x="3153515" y="1552574"/>
                  <a:chExt cx="865293" cy="814802"/>
                </a:xfrm>
              </p:grpSpPr>
              <p:sp>
                <p:nvSpPr>
                  <p:cNvPr id="19" name="Freeform 103"/>
                  <p:cNvSpPr>
                    <a:spLocks noEditPoints="1"/>
                  </p:cNvSpPr>
                  <p:nvPr/>
                </p:nvSpPr>
                <p:spPr bwMode="auto">
                  <a:xfrm>
                    <a:off x="3415725" y="1552574"/>
                    <a:ext cx="340875" cy="501949"/>
                  </a:xfrm>
                  <a:custGeom>
                    <a:avLst/>
                    <a:gdLst/>
                    <a:ahLst/>
                    <a:cxnLst>
                      <a:cxn ang="0">
                        <a:pos x="37" y="29"/>
                      </a:cxn>
                      <a:cxn ang="0">
                        <a:pos x="31" y="41"/>
                      </a:cxn>
                      <a:cxn ang="0">
                        <a:pos x="33" y="44"/>
                      </a:cxn>
                      <a:cxn ang="0">
                        <a:pos x="32" y="47"/>
                      </a:cxn>
                      <a:cxn ang="0">
                        <a:pos x="33" y="49"/>
                      </a:cxn>
                      <a:cxn ang="0">
                        <a:pos x="31" y="53"/>
                      </a:cxn>
                      <a:cxn ang="0">
                        <a:pos x="31" y="54"/>
                      </a:cxn>
                      <a:cxn ang="0">
                        <a:pos x="27" y="58"/>
                      </a:cxn>
                      <a:cxn ang="0">
                        <a:pos x="21" y="62"/>
                      </a:cxn>
                      <a:cxn ang="0">
                        <a:pos x="15" y="58"/>
                      </a:cxn>
                      <a:cxn ang="0">
                        <a:pos x="11" y="54"/>
                      </a:cxn>
                      <a:cxn ang="0">
                        <a:pos x="11" y="53"/>
                      </a:cxn>
                      <a:cxn ang="0">
                        <a:pos x="9" y="49"/>
                      </a:cxn>
                      <a:cxn ang="0">
                        <a:pos x="10" y="47"/>
                      </a:cxn>
                      <a:cxn ang="0">
                        <a:pos x="9" y="44"/>
                      </a:cxn>
                      <a:cxn ang="0">
                        <a:pos x="11" y="41"/>
                      </a:cxn>
                      <a:cxn ang="0">
                        <a:pos x="5" y="29"/>
                      </a:cxn>
                      <a:cxn ang="0">
                        <a:pos x="0" y="18"/>
                      </a:cxn>
                      <a:cxn ang="0">
                        <a:pos x="21" y="0"/>
                      </a:cxn>
                      <a:cxn ang="0">
                        <a:pos x="42" y="18"/>
                      </a:cxn>
                      <a:cxn ang="0">
                        <a:pos x="37" y="29"/>
                      </a:cxn>
                      <a:cxn ang="0">
                        <a:pos x="21" y="6"/>
                      </a:cxn>
                      <a:cxn ang="0">
                        <a:pos x="6" y="18"/>
                      </a:cxn>
                      <a:cxn ang="0">
                        <a:pos x="8" y="26"/>
                      </a:cxn>
                      <a:cxn ang="0">
                        <a:pos x="11" y="28"/>
                      </a:cxn>
                      <a:cxn ang="0">
                        <a:pos x="16" y="40"/>
                      </a:cxn>
                      <a:cxn ang="0">
                        <a:pos x="26" y="40"/>
                      </a:cxn>
                      <a:cxn ang="0">
                        <a:pos x="31" y="28"/>
                      </a:cxn>
                      <a:cxn ang="0">
                        <a:pos x="34" y="26"/>
                      </a:cxn>
                      <a:cxn ang="0">
                        <a:pos x="36" y="18"/>
                      </a:cxn>
                      <a:cxn ang="0">
                        <a:pos x="21" y="6"/>
                      </a:cxn>
                      <a:cxn ang="0">
                        <a:pos x="29" y="20"/>
                      </a:cxn>
                      <a:cxn ang="0">
                        <a:pos x="27" y="18"/>
                      </a:cxn>
                      <a:cxn ang="0">
                        <a:pos x="21" y="15"/>
                      </a:cxn>
                      <a:cxn ang="0">
                        <a:pos x="20" y="13"/>
                      </a:cxn>
                      <a:cxn ang="0">
                        <a:pos x="21" y="12"/>
                      </a:cxn>
                      <a:cxn ang="0">
                        <a:pos x="30" y="18"/>
                      </a:cxn>
                      <a:cxn ang="0">
                        <a:pos x="29" y="20"/>
                      </a:cxn>
                    </a:cxnLst>
                    <a:rect l="0" t="0" r="r" b="b"/>
                    <a:pathLst>
                      <a:path w="42" h="62">
                        <a:moveTo>
                          <a:pt x="37" y="29"/>
                        </a:moveTo>
                        <a:cubicBezTo>
                          <a:pt x="35" y="32"/>
                          <a:pt x="31" y="37"/>
                          <a:pt x="31" y="41"/>
                        </a:cubicBezTo>
                        <a:cubicBezTo>
                          <a:pt x="32" y="42"/>
                          <a:pt x="33" y="43"/>
                          <a:pt x="33" y="44"/>
                        </a:cubicBezTo>
                        <a:cubicBezTo>
                          <a:pt x="33" y="45"/>
                          <a:pt x="32" y="46"/>
                          <a:pt x="32" y="47"/>
                        </a:cubicBezTo>
                        <a:cubicBezTo>
                          <a:pt x="32" y="47"/>
                          <a:pt x="33" y="48"/>
                          <a:pt x="33" y="49"/>
                        </a:cubicBezTo>
                        <a:cubicBezTo>
                          <a:pt x="33" y="51"/>
                          <a:pt x="32" y="52"/>
                          <a:pt x="31" y="53"/>
                        </a:cubicBezTo>
                        <a:cubicBezTo>
                          <a:pt x="31" y="53"/>
                          <a:pt x="31" y="54"/>
                          <a:pt x="31" y="54"/>
                        </a:cubicBezTo>
                        <a:cubicBezTo>
                          <a:pt x="31" y="57"/>
                          <a:pt x="29" y="58"/>
                          <a:pt x="27" y="58"/>
                        </a:cubicBezTo>
                        <a:cubicBezTo>
                          <a:pt x="26" y="61"/>
                          <a:pt x="24" y="62"/>
                          <a:pt x="21" y="62"/>
                        </a:cubicBezTo>
                        <a:cubicBezTo>
                          <a:pt x="19" y="62"/>
                          <a:pt x="16" y="61"/>
                          <a:pt x="15" y="58"/>
                        </a:cubicBezTo>
                        <a:cubicBezTo>
                          <a:pt x="13" y="58"/>
                          <a:pt x="11" y="57"/>
                          <a:pt x="11" y="54"/>
                        </a:cubicBezTo>
                        <a:cubicBezTo>
                          <a:pt x="11" y="54"/>
                          <a:pt x="11" y="53"/>
                          <a:pt x="11" y="53"/>
                        </a:cubicBezTo>
                        <a:cubicBezTo>
                          <a:pt x="10" y="52"/>
                          <a:pt x="9" y="51"/>
                          <a:pt x="9" y="49"/>
                        </a:cubicBezTo>
                        <a:cubicBezTo>
                          <a:pt x="9" y="48"/>
                          <a:pt x="10" y="47"/>
                          <a:pt x="10" y="47"/>
                        </a:cubicBezTo>
                        <a:cubicBezTo>
                          <a:pt x="10" y="46"/>
                          <a:pt x="9" y="45"/>
                          <a:pt x="9" y="44"/>
                        </a:cubicBezTo>
                        <a:cubicBezTo>
                          <a:pt x="9" y="43"/>
                          <a:pt x="10" y="42"/>
                          <a:pt x="11" y="41"/>
                        </a:cubicBezTo>
                        <a:cubicBezTo>
                          <a:pt x="11" y="37"/>
                          <a:pt x="7" y="32"/>
                          <a:pt x="5" y="29"/>
                        </a:cubicBezTo>
                        <a:cubicBezTo>
                          <a:pt x="2" y="26"/>
                          <a:pt x="0" y="23"/>
                          <a:pt x="0" y="18"/>
                        </a:cubicBezTo>
                        <a:cubicBezTo>
                          <a:pt x="0" y="8"/>
                          <a:pt x="11" y="0"/>
                          <a:pt x="21" y="0"/>
                        </a:cubicBezTo>
                        <a:cubicBezTo>
                          <a:pt x="31" y="0"/>
                          <a:pt x="42" y="8"/>
                          <a:pt x="42" y="18"/>
                        </a:cubicBezTo>
                        <a:cubicBezTo>
                          <a:pt x="42" y="23"/>
                          <a:pt x="40" y="26"/>
                          <a:pt x="37" y="29"/>
                        </a:cubicBezTo>
                        <a:close/>
                        <a:moveTo>
                          <a:pt x="21" y="6"/>
                        </a:moveTo>
                        <a:cubicBezTo>
                          <a:pt x="14" y="6"/>
                          <a:pt x="6" y="10"/>
                          <a:pt x="6" y="18"/>
                        </a:cubicBezTo>
                        <a:cubicBezTo>
                          <a:pt x="6" y="21"/>
                          <a:pt x="7" y="24"/>
                          <a:pt x="8" y="26"/>
                        </a:cubicBezTo>
                        <a:cubicBezTo>
                          <a:pt x="9" y="27"/>
                          <a:pt x="10" y="27"/>
                          <a:pt x="11" y="28"/>
                        </a:cubicBezTo>
                        <a:cubicBezTo>
                          <a:pt x="14" y="32"/>
                          <a:pt x="16" y="36"/>
                          <a:pt x="16" y="40"/>
                        </a:cubicBezTo>
                        <a:cubicBezTo>
                          <a:pt x="26" y="40"/>
                          <a:pt x="26" y="40"/>
                          <a:pt x="26" y="40"/>
                        </a:cubicBezTo>
                        <a:cubicBezTo>
                          <a:pt x="26" y="36"/>
                          <a:pt x="28" y="32"/>
                          <a:pt x="31" y="28"/>
                        </a:cubicBezTo>
                        <a:cubicBezTo>
                          <a:pt x="32" y="27"/>
                          <a:pt x="33" y="27"/>
                          <a:pt x="34" y="26"/>
                        </a:cubicBezTo>
                        <a:cubicBezTo>
                          <a:pt x="35" y="24"/>
                          <a:pt x="36" y="21"/>
                          <a:pt x="36" y="18"/>
                        </a:cubicBezTo>
                        <a:cubicBezTo>
                          <a:pt x="36" y="10"/>
                          <a:pt x="28" y="6"/>
                          <a:pt x="21" y="6"/>
                        </a:cubicBezTo>
                        <a:close/>
                        <a:moveTo>
                          <a:pt x="29" y="20"/>
                        </a:moveTo>
                        <a:cubicBezTo>
                          <a:pt x="28" y="20"/>
                          <a:pt x="27" y="19"/>
                          <a:pt x="27" y="18"/>
                        </a:cubicBezTo>
                        <a:cubicBezTo>
                          <a:pt x="27" y="16"/>
                          <a:pt x="23" y="15"/>
                          <a:pt x="21" y="15"/>
                        </a:cubicBezTo>
                        <a:cubicBezTo>
                          <a:pt x="20" y="15"/>
                          <a:pt x="20" y="14"/>
                          <a:pt x="20" y="13"/>
                        </a:cubicBezTo>
                        <a:cubicBezTo>
                          <a:pt x="20" y="13"/>
                          <a:pt x="20" y="12"/>
                          <a:pt x="21" y="12"/>
                        </a:cubicBezTo>
                        <a:cubicBezTo>
                          <a:pt x="25" y="12"/>
                          <a:pt x="30" y="14"/>
                          <a:pt x="30" y="18"/>
                        </a:cubicBezTo>
                        <a:cubicBezTo>
                          <a:pt x="30" y="19"/>
                          <a:pt x="29" y="20"/>
                          <a:pt x="29" y="2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0" name="TextBox 26"/>
                  <p:cNvSpPr txBox="1"/>
                  <p:nvPr/>
                </p:nvSpPr>
                <p:spPr>
                  <a:xfrm>
                    <a:off x="3153515" y="2038350"/>
                    <a:ext cx="865293" cy="3290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Step01</a:t>
                    </a:r>
                    <a:endParaRPr lang="en-US" sz="1500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21" name="Group 30"/>
                <p:cNvGrpSpPr/>
                <p:nvPr/>
              </p:nvGrpSpPr>
              <p:grpSpPr>
                <a:xfrm>
                  <a:off x="10295" y="3214"/>
                  <a:ext cx="1585" cy="1313"/>
                  <a:chOff x="5180753" y="1609725"/>
                  <a:chExt cx="865293" cy="719357"/>
                </a:xfrm>
              </p:grpSpPr>
              <p:sp>
                <p:nvSpPr>
                  <p:cNvPr id="22" name="Freeform 52"/>
                  <p:cNvSpPr>
                    <a:spLocks noChangeAspect="1" noEditPoints="1"/>
                  </p:cNvSpPr>
                  <p:nvPr/>
                </p:nvSpPr>
                <p:spPr bwMode="auto">
                  <a:xfrm>
                    <a:off x="5422390" y="1609725"/>
                    <a:ext cx="382020" cy="411002"/>
                  </a:xfrm>
                  <a:custGeom>
                    <a:avLst/>
                    <a:gdLst/>
                    <a:ahLst/>
                    <a:cxnLst>
                      <a:cxn ang="0">
                        <a:pos x="67" y="67"/>
                      </a:cxn>
                      <a:cxn ang="0">
                        <a:pos x="61" y="72"/>
                      </a:cxn>
                      <a:cxn ang="0">
                        <a:pos x="5" y="72"/>
                      </a:cxn>
                      <a:cxn ang="0">
                        <a:pos x="0" y="67"/>
                      </a:cxn>
                      <a:cxn ang="0">
                        <a:pos x="0" y="16"/>
                      </a:cxn>
                      <a:cxn ang="0">
                        <a:pos x="5" y="11"/>
                      </a:cxn>
                      <a:cxn ang="0">
                        <a:pos x="10" y="11"/>
                      </a:cxn>
                      <a:cxn ang="0">
                        <a:pos x="10" y="7"/>
                      </a:cxn>
                      <a:cxn ang="0">
                        <a:pos x="16" y="0"/>
                      </a:cxn>
                      <a:cxn ang="0">
                        <a:pos x="19" y="0"/>
                      </a:cxn>
                      <a:cxn ang="0">
                        <a:pos x="25" y="7"/>
                      </a:cxn>
                      <a:cxn ang="0">
                        <a:pos x="25" y="11"/>
                      </a:cxn>
                      <a:cxn ang="0">
                        <a:pos x="41" y="11"/>
                      </a:cxn>
                      <a:cxn ang="0">
                        <a:pos x="41" y="7"/>
                      </a:cxn>
                      <a:cxn ang="0">
                        <a:pos x="47" y="0"/>
                      </a:cxn>
                      <a:cxn ang="0">
                        <a:pos x="50" y="0"/>
                      </a:cxn>
                      <a:cxn ang="0">
                        <a:pos x="56" y="7"/>
                      </a:cxn>
                      <a:cxn ang="0">
                        <a:pos x="56" y="11"/>
                      </a:cxn>
                      <a:cxn ang="0">
                        <a:pos x="61" y="11"/>
                      </a:cxn>
                      <a:cxn ang="0">
                        <a:pos x="67" y="16"/>
                      </a:cxn>
                      <a:cxn ang="0">
                        <a:pos x="67" y="67"/>
                      </a:cxn>
                      <a:cxn ang="0">
                        <a:pos x="61" y="67"/>
                      </a:cxn>
                      <a:cxn ang="0">
                        <a:pos x="61" y="26"/>
                      </a:cxn>
                      <a:cxn ang="0">
                        <a:pos x="5" y="26"/>
                      </a:cxn>
                      <a:cxn ang="0">
                        <a:pos x="5" y="67"/>
                      </a:cxn>
                      <a:cxn ang="0">
                        <a:pos x="61" y="67"/>
                      </a:cxn>
                      <a:cxn ang="0">
                        <a:pos x="20" y="7"/>
                      </a:cxn>
                      <a:cxn ang="0">
                        <a:pos x="19" y="5"/>
                      </a:cxn>
                      <a:cxn ang="0">
                        <a:pos x="16" y="5"/>
                      </a:cxn>
                      <a:cxn ang="0">
                        <a:pos x="15" y="7"/>
                      </a:cxn>
                      <a:cxn ang="0">
                        <a:pos x="15" y="18"/>
                      </a:cxn>
                      <a:cxn ang="0">
                        <a:pos x="16" y="20"/>
                      </a:cxn>
                      <a:cxn ang="0">
                        <a:pos x="19" y="20"/>
                      </a:cxn>
                      <a:cxn ang="0">
                        <a:pos x="20" y="18"/>
                      </a:cxn>
                      <a:cxn ang="0">
                        <a:pos x="20" y="7"/>
                      </a:cxn>
                      <a:cxn ang="0">
                        <a:pos x="51" y="7"/>
                      </a:cxn>
                      <a:cxn ang="0">
                        <a:pos x="50" y="5"/>
                      </a:cxn>
                      <a:cxn ang="0">
                        <a:pos x="47" y="5"/>
                      </a:cxn>
                      <a:cxn ang="0">
                        <a:pos x="46" y="7"/>
                      </a:cxn>
                      <a:cxn ang="0">
                        <a:pos x="46" y="18"/>
                      </a:cxn>
                      <a:cxn ang="0">
                        <a:pos x="47" y="20"/>
                      </a:cxn>
                      <a:cxn ang="0">
                        <a:pos x="50" y="20"/>
                      </a:cxn>
                      <a:cxn ang="0">
                        <a:pos x="51" y="18"/>
                      </a:cxn>
                      <a:cxn ang="0">
                        <a:pos x="51" y="7"/>
                      </a:cxn>
                    </a:cxnLst>
                    <a:rect l="0" t="0" r="r" b="b"/>
                    <a:pathLst>
                      <a:path w="67" h="72">
                        <a:moveTo>
                          <a:pt x="67" y="67"/>
                        </a:moveTo>
                        <a:cubicBezTo>
                          <a:pt x="67" y="70"/>
                          <a:pt x="64" y="72"/>
                          <a:pt x="61" y="72"/>
                        </a:cubicBezTo>
                        <a:cubicBezTo>
                          <a:pt x="5" y="72"/>
                          <a:pt x="5" y="72"/>
                          <a:pt x="5" y="72"/>
                        </a:cubicBezTo>
                        <a:cubicBezTo>
                          <a:pt x="2" y="72"/>
                          <a:pt x="0" y="70"/>
                          <a:pt x="0" y="67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3"/>
                          <a:pt x="2" y="11"/>
                          <a:pt x="5" y="11"/>
                        </a:cubicBezTo>
                        <a:cubicBezTo>
                          <a:pt x="10" y="11"/>
                          <a:pt x="10" y="11"/>
                          <a:pt x="10" y="11"/>
                        </a:cubicBezTo>
                        <a:cubicBezTo>
                          <a:pt x="10" y="7"/>
                          <a:pt x="10" y="7"/>
                          <a:pt x="10" y="7"/>
                        </a:cubicBezTo>
                        <a:cubicBezTo>
                          <a:pt x="10" y="3"/>
                          <a:pt x="13" y="0"/>
                          <a:pt x="16" y="0"/>
                        </a:cubicBez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23" y="0"/>
                          <a:pt x="25" y="3"/>
                          <a:pt x="25" y="7"/>
                        </a:cubicBezTo>
                        <a:cubicBezTo>
                          <a:pt x="25" y="11"/>
                          <a:pt x="25" y="11"/>
                          <a:pt x="25" y="11"/>
                        </a:cubicBezTo>
                        <a:cubicBezTo>
                          <a:pt x="41" y="11"/>
                          <a:pt x="41" y="11"/>
                          <a:pt x="41" y="11"/>
                        </a:cubicBezTo>
                        <a:cubicBezTo>
                          <a:pt x="41" y="7"/>
                          <a:pt x="41" y="7"/>
                          <a:pt x="41" y="7"/>
                        </a:cubicBezTo>
                        <a:cubicBezTo>
                          <a:pt x="41" y="3"/>
                          <a:pt x="44" y="0"/>
                          <a:pt x="47" y="0"/>
                        </a:cubicBezTo>
                        <a:cubicBezTo>
                          <a:pt x="50" y="0"/>
                          <a:pt x="50" y="0"/>
                          <a:pt x="50" y="0"/>
                        </a:cubicBezTo>
                        <a:cubicBezTo>
                          <a:pt x="53" y="0"/>
                          <a:pt x="56" y="3"/>
                          <a:pt x="56" y="7"/>
                        </a:cubicBezTo>
                        <a:cubicBezTo>
                          <a:pt x="56" y="11"/>
                          <a:pt x="56" y="11"/>
                          <a:pt x="56" y="11"/>
                        </a:cubicBezTo>
                        <a:cubicBezTo>
                          <a:pt x="61" y="11"/>
                          <a:pt x="61" y="11"/>
                          <a:pt x="61" y="11"/>
                        </a:cubicBezTo>
                        <a:cubicBezTo>
                          <a:pt x="64" y="11"/>
                          <a:pt x="67" y="13"/>
                          <a:pt x="67" y="16"/>
                        </a:cubicBezTo>
                        <a:lnTo>
                          <a:pt x="67" y="67"/>
                        </a:lnTo>
                        <a:close/>
                        <a:moveTo>
                          <a:pt x="61" y="67"/>
                        </a:moveTo>
                        <a:cubicBezTo>
                          <a:pt x="61" y="26"/>
                          <a:pt x="61" y="26"/>
                          <a:pt x="61" y="26"/>
                        </a:cubicBezTo>
                        <a:cubicBezTo>
                          <a:pt x="5" y="26"/>
                          <a:pt x="5" y="26"/>
                          <a:pt x="5" y="26"/>
                        </a:cubicBezTo>
                        <a:cubicBezTo>
                          <a:pt x="5" y="67"/>
                          <a:pt x="5" y="67"/>
                          <a:pt x="5" y="67"/>
                        </a:cubicBezTo>
                        <a:lnTo>
                          <a:pt x="61" y="67"/>
                        </a:lnTo>
                        <a:close/>
                        <a:moveTo>
                          <a:pt x="20" y="7"/>
                        </a:moveTo>
                        <a:cubicBezTo>
                          <a:pt x="20" y="6"/>
                          <a:pt x="20" y="5"/>
                          <a:pt x="19" y="5"/>
                        </a:cubicBezTo>
                        <a:cubicBezTo>
                          <a:pt x="16" y="5"/>
                          <a:pt x="16" y="5"/>
                          <a:pt x="16" y="5"/>
                        </a:cubicBezTo>
                        <a:cubicBezTo>
                          <a:pt x="16" y="5"/>
                          <a:pt x="15" y="6"/>
                          <a:pt x="15" y="7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19"/>
                          <a:pt x="16" y="20"/>
                          <a:pt x="16" y="20"/>
                        </a:cubicBezTo>
                        <a:cubicBezTo>
                          <a:pt x="19" y="20"/>
                          <a:pt x="19" y="20"/>
                          <a:pt x="19" y="20"/>
                        </a:cubicBezTo>
                        <a:cubicBezTo>
                          <a:pt x="20" y="20"/>
                          <a:pt x="20" y="19"/>
                          <a:pt x="20" y="18"/>
                        </a:cubicBezTo>
                        <a:lnTo>
                          <a:pt x="20" y="7"/>
                        </a:lnTo>
                        <a:close/>
                        <a:moveTo>
                          <a:pt x="51" y="7"/>
                        </a:moveTo>
                        <a:cubicBezTo>
                          <a:pt x="51" y="6"/>
                          <a:pt x="51" y="5"/>
                          <a:pt x="50" y="5"/>
                        </a:cubicBezTo>
                        <a:cubicBezTo>
                          <a:pt x="47" y="5"/>
                          <a:pt x="47" y="5"/>
                          <a:pt x="47" y="5"/>
                        </a:cubicBezTo>
                        <a:cubicBezTo>
                          <a:pt x="47" y="5"/>
                          <a:pt x="46" y="6"/>
                          <a:pt x="46" y="7"/>
                        </a:cubicBezTo>
                        <a:cubicBezTo>
                          <a:pt x="46" y="18"/>
                          <a:pt x="46" y="18"/>
                          <a:pt x="46" y="18"/>
                        </a:cubicBezTo>
                        <a:cubicBezTo>
                          <a:pt x="46" y="19"/>
                          <a:pt x="47" y="20"/>
                          <a:pt x="47" y="20"/>
                        </a:cubicBezTo>
                        <a:cubicBezTo>
                          <a:pt x="50" y="20"/>
                          <a:pt x="50" y="20"/>
                          <a:pt x="50" y="20"/>
                        </a:cubicBezTo>
                        <a:cubicBezTo>
                          <a:pt x="51" y="20"/>
                          <a:pt x="51" y="19"/>
                          <a:pt x="51" y="18"/>
                        </a:cubicBezTo>
                        <a:lnTo>
                          <a:pt x="51" y="7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3" name="TextBox 27"/>
                  <p:cNvSpPr txBox="1"/>
                  <p:nvPr/>
                </p:nvSpPr>
                <p:spPr>
                  <a:xfrm>
                    <a:off x="5180753" y="2000250"/>
                    <a:ext cx="865293" cy="328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Step02</a:t>
                    </a:r>
                    <a:endParaRPr lang="en-US" sz="1500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24" name="Group 33"/>
                <p:cNvGrpSpPr/>
                <p:nvPr/>
              </p:nvGrpSpPr>
              <p:grpSpPr>
                <a:xfrm>
                  <a:off x="10331" y="6939"/>
                  <a:ext cx="1585" cy="1295"/>
                  <a:chOff x="5180753" y="3714750"/>
                  <a:chExt cx="865293" cy="710001"/>
                </a:xfrm>
              </p:grpSpPr>
              <p:sp>
                <p:nvSpPr>
                  <p:cNvPr id="25" name="Freeform 70"/>
                  <p:cNvSpPr>
                    <a:spLocks noEditPoints="1"/>
                  </p:cNvSpPr>
                  <p:nvPr/>
                </p:nvSpPr>
                <p:spPr bwMode="auto">
                  <a:xfrm>
                    <a:off x="5405157" y="3714750"/>
                    <a:ext cx="416486" cy="390252"/>
                  </a:xfrm>
                  <a:custGeom>
                    <a:avLst/>
                    <a:gdLst/>
                    <a:ahLst/>
                    <a:cxnLst>
                      <a:cxn ang="0">
                        <a:pos x="59" y="51"/>
                      </a:cxn>
                      <a:cxn ang="0">
                        <a:pos x="56" y="55"/>
                      </a:cxn>
                      <a:cxn ang="0">
                        <a:pos x="3" y="55"/>
                      </a:cxn>
                      <a:cxn ang="0">
                        <a:pos x="0" y="51"/>
                      </a:cxn>
                      <a:cxn ang="0">
                        <a:pos x="0" y="40"/>
                      </a:cxn>
                      <a:cxn ang="0">
                        <a:pos x="3" y="37"/>
                      </a:cxn>
                      <a:cxn ang="0">
                        <a:pos x="20" y="37"/>
                      </a:cxn>
                      <a:cxn ang="0">
                        <a:pos x="25" y="41"/>
                      </a:cxn>
                      <a:cxn ang="0">
                        <a:pos x="29" y="43"/>
                      </a:cxn>
                      <a:cxn ang="0">
                        <a:pos x="34" y="41"/>
                      </a:cxn>
                      <a:cxn ang="0">
                        <a:pos x="39" y="37"/>
                      </a:cxn>
                      <a:cxn ang="0">
                        <a:pos x="56" y="37"/>
                      </a:cxn>
                      <a:cxn ang="0">
                        <a:pos x="59" y="40"/>
                      </a:cxn>
                      <a:cxn ang="0">
                        <a:pos x="59" y="51"/>
                      </a:cxn>
                      <a:cxn ang="0">
                        <a:pos x="47" y="22"/>
                      </a:cxn>
                      <a:cxn ang="0">
                        <a:pos x="31" y="38"/>
                      </a:cxn>
                      <a:cxn ang="0">
                        <a:pos x="29" y="39"/>
                      </a:cxn>
                      <a:cxn ang="0">
                        <a:pos x="28" y="38"/>
                      </a:cxn>
                      <a:cxn ang="0">
                        <a:pos x="12" y="22"/>
                      </a:cxn>
                      <a:cxn ang="0">
                        <a:pos x="11" y="20"/>
                      </a:cxn>
                      <a:cxn ang="0">
                        <a:pos x="13" y="18"/>
                      </a:cxn>
                      <a:cxn ang="0">
                        <a:pos x="23" y="18"/>
                      </a:cxn>
                      <a:cxn ang="0">
                        <a:pos x="23" y="2"/>
                      </a:cxn>
                      <a:cxn ang="0">
                        <a:pos x="25" y="0"/>
                      </a:cxn>
                      <a:cxn ang="0">
                        <a:pos x="34" y="0"/>
                      </a:cxn>
                      <a:cxn ang="0">
                        <a:pos x="36" y="2"/>
                      </a:cxn>
                      <a:cxn ang="0">
                        <a:pos x="36" y="18"/>
                      </a:cxn>
                      <a:cxn ang="0">
                        <a:pos x="45" y="18"/>
                      </a:cxn>
                      <a:cxn ang="0">
                        <a:pos x="48" y="20"/>
                      </a:cxn>
                      <a:cxn ang="0">
                        <a:pos x="47" y="22"/>
                      </a:cxn>
                      <a:cxn ang="0">
                        <a:pos x="43" y="46"/>
                      </a:cxn>
                      <a:cxn ang="0">
                        <a:pos x="41" y="48"/>
                      </a:cxn>
                      <a:cxn ang="0">
                        <a:pos x="43" y="50"/>
                      </a:cxn>
                      <a:cxn ang="0">
                        <a:pos x="45" y="48"/>
                      </a:cxn>
                      <a:cxn ang="0">
                        <a:pos x="43" y="46"/>
                      </a:cxn>
                      <a:cxn ang="0">
                        <a:pos x="52" y="46"/>
                      </a:cxn>
                      <a:cxn ang="0">
                        <a:pos x="50" y="48"/>
                      </a:cxn>
                      <a:cxn ang="0">
                        <a:pos x="52" y="50"/>
                      </a:cxn>
                      <a:cxn ang="0">
                        <a:pos x="55" y="48"/>
                      </a:cxn>
                      <a:cxn ang="0">
                        <a:pos x="52" y="46"/>
                      </a:cxn>
                    </a:cxnLst>
                    <a:rect l="0" t="0" r="r" b="b"/>
                    <a:pathLst>
                      <a:path w="59" h="55">
                        <a:moveTo>
                          <a:pt x="59" y="51"/>
                        </a:moveTo>
                        <a:cubicBezTo>
                          <a:pt x="59" y="53"/>
                          <a:pt x="58" y="55"/>
                          <a:pt x="56" y="55"/>
                        </a:cubicBezTo>
                        <a:cubicBezTo>
                          <a:pt x="3" y="55"/>
                          <a:pt x="3" y="55"/>
                          <a:pt x="3" y="55"/>
                        </a:cubicBezTo>
                        <a:cubicBezTo>
                          <a:pt x="1" y="55"/>
                          <a:pt x="0" y="53"/>
                          <a:pt x="0" y="51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0" y="38"/>
                          <a:pt x="1" y="37"/>
                          <a:pt x="3" y="37"/>
                        </a:cubicBezTo>
                        <a:cubicBezTo>
                          <a:pt x="20" y="37"/>
                          <a:pt x="20" y="37"/>
                          <a:pt x="20" y="37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6" y="43"/>
                          <a:pt x="28" y="43"/>
                          <a:pt x="29" y="43"/>
                        </a:cubicBezTo>
                        <a:cubicBezTo>
                          <a:pt x="31" y="43"/>
                          <a:pt x="33" y="43"/>
                          <a:pt x="34" y="41"/>
                        </a:cubicBezTo>
                        <a:cubicBezTo>
                          <a:pt x="39" y="37"/>
                          <a:pt x="39" y="37"/>
                          <a:pt x="39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ubicBezTo>
                          <a:pt x="58" y="37"/>
                          <a:pt x="59" y="38"/>
                          <a:pt x="59" y="40"/>
                        </a:cubicBezTo>
                        <a:lnTo>
                          <a:pt x="59" y="51"/>
                        </a:lnTo>
                        <a:close/>
                        <a:moveTo>
                          <a:pt x="47" y="22"/>
                        </a:moveTo>
                        <a:cubicBezTo>
                          <a:pt x="31" y="38"/>
                          <a:pt x="31" y="38"/>
                          <a:pt x="31" y="38"/>
                        </a:cubicBezTo>
                        <a:cubicBezTo>
                          <a:pt x="31" y="39"/>
                          <a:pt x="30" y="39"/>
                          <a:pt x="29" y="39"/>
                        </a:cubicBezTo>
                        <a:cubicBezTo>
                          <a:pt x="29" y="39"/>
                          <a:pt x="28" y="39"/>
                          <a:pt x="28" y="38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1" y="21"/>
                          <a:pt x="11" y="20"/>
                          <a:pt x="11" y="20"/>
                        </a:cubicBezTo>
                        <a:cubicBezTo>
                          <a:pt x="12" y="19"/>
                          <a:pt x="13" y="18"/>
                          <a:pt x="13" y="18"/>
                        </a:cubicBezTo>
                        <a:cubicBezTo>
                          <a:pt x="23" y="18"/>
                          <a:pt x="23" y="18"/>
                          <a:pt x="23" y="18"/>
                        </a:cubicBezTo>
                        <a:cubicBezTo>
                          <a:pt x="23" y="2"/>
                          <a:pt x="23" y="2"/>
                          <a:pt x="23" y="2"/>
                        </a:cubicBezTo>
                        <a:cubicBezTo>
                          <a:pt x="23" y="1"/>
                          <a:pt x="24" y="0"/>
                          <a:pt x="25" y="0"/>
                        </a:cubicBezTo>
                        <a:cubicBezTo>
                          <a:pt x="34" y="0"/>
                          <a:pt x="34" y="0"/>
                          <a:pt x="34" y="0"/>
                        </a:cubicBezTo>
                        <a:cubicBezTo>
                          <a:pt x="35" y="0"/>
                          <a:pt x="36" y="1"/>
                          <a:pt x="36" y="2"/>
                        </a:cubicBezTo>
                        <a:cubicBezTo>
                          <a:pt x="36" y="18"/>
                          <a:pt x="36" y="18"/>
                          <a:pt x="36" y="18"/>
                        </a:cubicBezTo>
                        <a:cubicBezTo>
                          <a:pt x="45" y="18"/>
                          <a:pt x="45" y="18"/>
                          <a:pt x="45" y="18"/>
                        </a:cubicBezTo>
                        <a:cubicBezTo>
                          <a:pt x="46" y="18"/>
                          <a:pt x="47" y="19"/>
                          <a:pt x="48" y="20"/>
                        </a:cubicBezTo>
                        <a:cubicBezTo>
                          <a:pt x="48" y="20"/>
                          <a:pt x="48" y="21"/>
                          <a:pt x="47" y="22"/>
                        </a:cubicBezTo>
                        <a:close/>
                        <a:moveTo>
                          <a:pt x="43" y="46"/>
                        </a:moveTo>
                        <a:cubicBezTo>
                          <a:pt x="42" y="46"/>
                          <a:pt x="41" y="47"/>
                          <a:pt x="41" y="48"/>
                        </a:cubicBezTo>
                        <a:cubicBezTo>
                          <a:pt x="41" y="49"/>
                          <a:pt x="42" y="50"/>
                          <a:pt x="43" y="50"/>
                        </a:cubicBezTo>
                        <a:cubicBezTo>
                          <a:pt x="44" y="50"/>
                          <a:pt x="45" y="49"/>
                          <a:pt x="45" y="48"/>
                        </a:cubicBezTo>
                        <a:cubicBezTo>
                          <a:pt x="45" y="47"/>
                          <a:pt x="44" y="46"/>
                          <a:pt x="43" y="46"/>
                        </a:cubicBezTo>
                        <a:close/>
                        <a:moveTo>
                          <a:pt x="52" y="46"/>
                        </a:moveTo>
                        <a:cubicBezTo>
                          <a:pt x="51" y="46"/>
                          <a:pt x="50" y="47"/>
                          <a:pt x="50" y="48"/>
                        </a:cubicBezTo>
                        <a:cubicBezTo>
                          <a:pt x="50" y="49"/>
                          <a:pt x="51" y="50"/>
                          <a:pt x="52" y="50"/>
                        </a:cubicBezTo>
                        <a:cubicBezTo>
                          <a:pt x="54" y="50"/>
                          <a:pt x="55" y="49"/>
                          <a:pt x="55" y="48"/>
                        </a:cubicBezTo>
                        <a:cubicBezTo>
                          <a:pt x="55" y="47"/>
                          <a:pt x="54" y="46"/>
                          <a:pt x="52" y="46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6" name="TextBox 28"/>
                  <p:cNvSpPr txBox="1"/>
                  <p:nvPr/>
                </p:nvSpPr>
                <p:spPr>
                  <a:xfrm>
                    <a:off x="5180753" y="4095750"/>
                    <a:ext cx="865293" cy="3290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Step03</a:t>
                    </a:r>
                    <a:endParaRPr lang="en-US" sz="1500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27" name="Group 32"/>
                <p:cNvGrpSpPr/>
                <p:nvPr/>
              </p:nvGrpSpPr>
              <p:grpSpPr>
                <a:xfrm>
                  <a:off x="6582" y="6939"/>
                  <a:ext cx="1585" cy="1295"/>
                  <a:chOff x="3153515" y="3714750"/>
                  <a:chExt cx="865293" cy="710001"/>
                </a:xfrm>
              </p:grpSpPr>
              <p:sp>
                <p:nvSpPr>
                  <p:cNvPr id="28" name="Freeform 152"/>
                  <p:cNvSpPr>
                    <a:spLocks noChangeAspect="1" noEditPoints="1"/>
                  </p:cNvSpPr>
                  <p:nvPr/>
                </p:nvSpPr>
                <p:spPr bwMode="auto">
                  <a:xfrm>
                    <a:off x="3365340" y="3714750"/>
                    <a:ext cx="441645" cy="408137"/>
                  </a:xfrm>
                  <a:custGeom>
                    <a:avLst/>
                    <a:gdLst/>
                    <a:ahLst/>
                    <a:cxnLst>
                      <a:cxn ang="0">
                        <a:pos x="67" y="20"/>
                      </a:cxn>
                      <a:cxn ang="0">
                        <a:pos x="46" y="36"/>
                      </a:cxn>
                      <a:cxn ang="0">
                        <a:pos x="42" y="40"/>
                      </a:cxn>
                      <a:cxn ang="0">
                        <a:pos x="39" y="47"/>
                      </a:cxn>
                      <a:cxn ang="0">
                        <a:pos x="44" y="52"/>
                      </a:cxn>
                      <a:cxn ang="0">
                        <a:pos x="52" y="58"/>
                      </a:cxn>
                      <a:cxn ang="0">
                        <a:pos x="52" y="61"/>
                      </a:cxn>
                      <a:cxn ang="0">
                        <a:pos x="51" y="62"/>
                      </a:cxn>
                      <a:cxn ang="0">
                        <a:pos x="17" y="62"/>
                      </a:cxn>
                      <a:cxn ang="0">
                        <a:pos x="16" y="61"/>
                      </a:cxn>
                      <a:cxn ang="0">
                        <a:pos x="16" y="58"/>
                      </a:cxn>
                      <a:cxn ang="0">
                        <a:pos x="24" y="52"/>
                      </a:cxn>
                      <a:cxn ang="0">
                        <a:pos x="29" y="47"/>
                      </a:cxn>
                      <a:cxn ang="0">
                        <a:pos x="26" y="40"/>
                      </a:cxn>
                      <a:cxn ang="0">
                        <a:pos x="22" y="36"/>
                      </a:cxn>
                      <a:cxn ang="0">
                        <a:pos x="0" y="20"/>
                      </a:cxn>
                      <a:cxn ang="0">
                        <a:pos x="0" y="15"/>
                      </a:cxn>
                      <a:cxn ang="0">
                        <a:pos x="4" y="11"/>
                      </a:cxn>
                      <a:cxn ang="0">
                        <a:pos x="16" y="11"/>
                      </a:cxn>
                      <a:cxn ang="0">
                        <a:pos x="16" y="7"/>
                      </a:cxn>
                      <a:cxn ang="0">
                        <a:pos x="22" y="0"/>
                      </a:cxn>
                      <a:cxn ang="0">
                        <a:pos x="45" y="0"/>
                      </a:cxn>
                      <a:cxn ang="0">
                        <a:pos x="52" y="7"/>
                      </a:cxn>
                      <a:cxn ang="0">
                        <a:pos x="52" y="11"/>
                      </a:cxn>
                      <a:cxn ang="0">
                        <a:pos x="63" y="11"/>
                      </a:cxn>
                      <a:cxn ang="0">
                        <a:pos x="67" y="15"/>
                      </a:cxn>
                      <a:cxn ang="0">
                        <a:pos x="67" y="20"/>
                      </a:cxn>
                      <a:cxn ang="0">
                        <a:pos x="16" y="16"/>
                      </a:cxn>
                      <a:cxn ang="0">
                        <a:pos x="6" y="16"/>
                      </a:cxn>
                      <a:cxn ang="0">
                        <a:pos x="6" y="20"/>
                      </a:cxn>
                      <a:cxn ang="0">
                        <a:pos x="19" y="31"/>
                      </a:cxn>
                      <a:cxn ang="0">
                        <a:pos x="16" y="16"/>
                      </a:cxn>
                      <a:cxn ang="0">
                        <a:pos x="62" y="16"/>
                      </a:cxn>
                      <a:cxn ang="0">
                        <a:pos x="52" y="16"/>
                      </a:cxn>
                      <a:cxn ang="0">
                        <a:pos x="49" y="31"/>
                      </a:cxn>
                      <a:cxn ang="0">
                        <a:pos x="62" y="20"/>
                      </a:cxn>
                      <a:cxn ang="0">
                        <a:pos x="62" y="16"/>
                      </a:cxn>
                    </a:cxnLst>
                    <a:rect l="0" t="0" r="r" b="b"/>
                    <a:pathLst>
                      <a:path w="67" h="62">
                        <a:moveTo>
                          <a:pt x="67" y="20"/>
                        </a:moveTo>
                        <a:cubicBezTo>
                          <a:pt x="67" y="27"/>
                          <a:pt x="58" y="36"/>
                          <a:pt x="46" y="36"/>
                        </a:cubicBezTo>
                        <a:cubicBezTo>
                          <a:pt x="44" y="38"/>
                          <a:pt x="42" y="40"/>
                          <a:pt x="42" y="40"/>
                        </a:cubicBezTo>
                        <a:cubicBezTo>
                          <a:pt x="40" y="42"/>
                          <a:pt x="39" y="44"/>
                          <a:pt x="39" y="47"/>
                        </a:cubicBezTo>
                        <a:cubicBezTo>
                          <a:pt x="39" y="49"/>
                          <a:pt x="40" y="52"/>
                          <a:pt x="44" y="52"/>
                        </a:cubicBezTo>
                        <a:cubicBezTo>
                          <a:pt x="48" y="52"/>
                          <a:pt x="52" y="54"/>
                          <a:pt x="52" y="58"/>
                        </a:cubicBezTo>
                        <a:cubicBezTo>
                          <a:pt x="52" y="61"/>
                          <a:pt x="52" y="61"/>
                          <a:pt x="52" y="61"/>
                        </a:cubicBezTo>
                        <a:cubicBezTo>
                          <a:pt x="52" y="62"/>
                          <a:pt x="51" y="62"/>
                          <a:pt x="51" y="62"/>
                        </a:cubicBezTo>
                        <a:cubicBezTo>
                          <a:pt x="17" y="62"/>
                          <a:pt x="17" y="62"/>
                          <a:pt x="17" y="62"/>
                        </a:cubicBezTo>
                        <a:cubicBezTo>
                          <a:pt x="16" y="62"/>
                          <a:pt x="16" y="62"/>
                          <a:pt x="16" y="61"/>
                        </a:cubicBezTo>
                        <a:cubicBezTo>
                          <a:pt x="16" y="58"/>
                          <a:pt x="16" y="58"/>
                          <a:pt x="16" y="58"/>
                        </a:cubicBezTo>
                        <a:cubicBezTo>
                          <a:pt x="16" y="54"/>
                          <a:pt x="20" y="52"/>
                          <a:pt x="24" y="52"/>
                        </a:cubicBezTo>
                        <a:cubicBezTo>
                          <a:pt x="27" y="52"/>
                          <a:pt x="29" y="49"/>
                          <a:pt x="29" y="47"/>
                        </a:cubicBezTo>
                        <a:cubicBezTo>
                          <a:pt x="29" y="44"/>
                          <a:pt x="28" y="42"/>
                          <a:pt x="26" y="40"/>
                        </a:cubicBezTo>
                        <a:cubicBezTo>
                          <a:pt x="25" y="40"/>
                          <a:pt x="24" y="38"/>
                          <a:pt x="22" y="36"/>
                        </a:cubicBezTo>
                        <a:cubicBezTo>
                          <a:pt x="10" y="36"/>
                          <a:pt x="0" y="27"/>
                          <a:pt x="0" y="20"/>
                        </a:cubicBezTo>
                        <a:cubicBezTo>
                          <a:pt x="0" y="15"/>
                          <a:pt x="0" y="15"/>
                          <a:pt x="0" y="15"/>
                        </a:cubicBezTo>
                        <a:cubicBezTo>
                          <a:pt x="0" y="12"/>
                          <a:pt x="2" y="11"/>
                          <a:pt x="4" y="11"/>
                        </a:cubicBezTo>
                        <a:cubicBezTo>
                          <a:pt x="16" y="11"/>
                          <a:pt x="16" y="11"/>
                          <a:pt x="16" y="11"/>
                        </a:cubicBezTo>
                        <a:cubicBezTo>
                          <a:pt x="16" y="7"/>
                          <a:pt x="16" y="7"/>
                          <a:pt x="16" y="7"/>
                        </a:cubicBezTo>
                        <a:cubicBezTo>
                          <a:pt x="16" y="3"/>
                          <a:pt x="19" y="0"/>
                          <a:pt x="22" y="0"/>
                        </a:cubicBezTo>
                        <a:cubicBezTo>
                          <a:pt x="45" y="0"/>
                          <a:pt x="45" y="0"/>
                          <a:pt x="45" y="0"/>
                        </a:cubicBezTo>
                        <a:cubicBezTo>
                          <a:pt x="49" y="0"/>
                          <a:pt x="52" y="3"/>
                          <a:pt x="52" y="7"/>
                        </a:cubicBezTo>
                        <a:cubicBezTo>
                          <a:pt x="52" y="11"/>
                          <a:pt x="52" y="11"/>
                          <a:pt x="52" y="11"/>
                        </a:cubicBezTo>
                        <a:cubicBezTo>
                          <a:pt x="63" y="11"/>
                          <a:pt x="63" y="11"/>
                          <a:pt x="63" y="11"/>
                        </a:cubicBezTo>
                        <a:cubicBezTo>
                          <a:pt x="66" y="11"/>
                          <a:pt x="67" y="12"/>
                          <a:pt x="67" y="15"/>
                        </a:cubicBezTo>
                        <a:lnTo>
                          <a:pt x="67" y="20"/>
                        </a:lnTo>
                        <a:close/>
                        <a:moveTo>
                          <a:pt x="16" y="16"/>
                        </a:moveTo>
                        <a:cubicBezTo>
                          <a:pt x="6" y="16"/>
                          <a:pt x="6" y="16"/>
                          <a:pt x="6" y="16"/>
                        </a:cubicBez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6" y="24"/>
                          <a:pt x="11" y="29"/>
                          <a:pt x="19" y="31"/>
                        </a:cubicBezTo>
                        <a:cubicBezTo>
                          <a:pt x="17" y="27"/>
                          <a:pt x="16" y="22"/>
                          <a:pt x="16" y="16"/>
                        </a:cubicBezTo>
                        <a:close/>
                        <a:moveTo>
                          <a:pt x="62" y="16"/>
                        </a:moveTo>
                        <a:cubicBezTo>
                          <a:pt x="52" y="16"/>
                          <a:pt x="52" y="16"/>
                          <a:pt x="52" y="16"/>
                        </a:cubicBezTo>
                        <a:cubicBezTo>
                          <a:pt x="52" y="22"/>
                          <a:pt x="51" y="27"/>
                          <a:pt x="49" y="31"/>
                        </a:cubicBezTo>
                        <a:cubicBezTo>
                          <a:pt x="57" y="29"/>
                          <a:pt x="62" y="24"/>
                          <a:pt x="62" y="20"/>
                        </a:cubicBezTo>
                        <a:lnTo>
                          <a:pt x="62" y="16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9" name="TextBox 29"/>
                  <p:cNvSpPr txBox="1"/>
                  <p:nvPr/>
                </p:nvSpPr>
                <p:spPr>
                  <a:xfrm>
                    <a:off x="3153515" y="4095750"/>
                    <a:ext cx="865293" cy="3290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Step04</a:t>
                    </a:r>
                    <a:endParaRPr lang="en-US" sz="1500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</p:grpSp>
          <p:sp>
            <p:nvSpPr>
              <p:cNvPr id="36" name="矩形 35"/>
              <p:cNvSpPr/>
              <p:nvPr/>
            </p:nvSpPr>
            <p:spPr>
              <a:xfrm>
                <a:off x="12855" y="3462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l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01568F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37" name="矩形 47"/>
              <p:cNvSpPr>
                <a:spLocks noChangeArrowheads="1"/>
              </p:cNvSpPr>
              <p:nvPr/>
            </p:nvSpPr>
            <p:spPr bwMode="auto">
              <a:xfrm>
                <a:off x="12855" y="4023"/>
                <a:ext cx="4144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2855" y="6767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l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01568F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1" name="矩形 47"/>
              <p:cNvSpPr>
                <a:spLocks noChangeArrowheads="1"/>
              </p:cNvSpPr>
              <p:nvPr/>
            </p:nvSpPr>
            <p:spPr bwMode="auto">
              <a:xfrm>
                <a:off x="12855" y="7328"/>
                <a:ext cx="4144" cy="1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content.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3500" y="3465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r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01568F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3" name="矩形 47"/>
              <p:cNvSpPr>
                <a:spLocks noChangeArrowheads="1"/>
              </p:cNvSpPr>
              <p:nvPr/>
            </p:nvSpPr>
            <p:spPr bwMode="auto">
              <a:xfrm>
                <a:off x="2195" y="4023"/>
                <a:ext cx="4144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3500" y="6770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r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01568F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5" name="矩形 47"/>
              <p:cNvSpPr>
                <a:spLocks noChangeArrowheads="1"/>
              </p:cNvSpPr>
              <p:nvPr/>
            </p:nvSpPr>
            <p:spPr bwMode="auto">
              <a:xfrm>
                <a:off x="2195" y="7328"/>
                <a:ext cx="4144" cy="1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content.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31" name="直角三角形 30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直角三角形 31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499215" cy="5791200"/>
            <a:chOff x="-359" y="0"/>
            <a:chExt cx="18109" cy="912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1354" y="3072"/>
              <a:ext cx="16396" cy="6048"/>
              <a:chOff x="1354" y="3072"/>
              <a:chExt cx="16396" cy="6048"/>
            </a:xfrm>
          </p:grpSpPr>
          <p:pic>
            <p:nvPicPr>
              <p:cNvPr id="133" name="图片 132" descr="C:\Users\Administrator\Downloads\02.千库\毕业答辩\千库网_大学校园教室_摄影图编号49882.jpg千库网_大学校园教室_摄影图编号49882"/>
              <p:cNvPicPr>
                <a:picLocks noChangeAspect="1"/>
              </p:cNvPicPr>
              <p:nvPr/>
            </p:nvPicPr>
            <p:blipFill>
              <a:blip r:embed="rId1" cstate="email"/>
              <a:srcRect/>
              <a:stretch>
                <a:fillRect/>
              </a:stretch>
            </p:blipFill>
            <p:spPr>
              <a:xfrm>
                <a:off x="1354" y="3072"/>
                <a:ext cx="4231" cy="5317"/>
              </a:xfrm>
              <a:prstGeom prst="rect">
                <a:avLst/>
              </a:prstGeom>
            </p:spPr>
          </p:pic>
          <p:sp>
            <p:nvSpPr>
              <p:cNvPr id="11" name="Rectangle 87"/>
              <p:cNvSpPr/>
              <p:nvPr/>
            </p:nvSpPr>
            <p:spPr>
              <a:xfrm>
                <a:off x="6851" y="4091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8" name="Rectangle 81"/>
              <p:cNvSpPr/>
              <p:nvPr/>
            </p:nvSpPr>
            <p:spPr>
              <a:xfrm>
                <a:off x="10605" y="4091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9" name="Rectangle 84"/>
              <p:cNvSpPr/>
              <p:nvPr/>
            </p:nvSpPr>
            <p:spPr>
              <a:xfrm>
                <a:off x="14412" y="4091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7" name="Rectangle 78"/>
              <p:cNvSpPr/>
              <p:nvPr/>
            </p:nvSpPr>
            <p:spPr>
              <a:xfrm>
                <a:off x="6850" y="6906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" name="Rectangle 72"/>
              <p:cNvSpPr/>
              <p:nvPr/>
            </p:nvSpPr>
            <p:spPr>
              <a:xfrm>
                <a:off x="10604" y="6906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6" name="Rectangle 75"/>
              <p:cNvSpPr/>
              <p:nvPr/>
            </p:nvSpPr>
            <p:spPr>
              <a:xfrm>
                <a:off x="14412" y="6906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文本框2"/>
              <p:cNvSpPr/>
              <p:nvPr/>
            </p:nvSpPr>
            <p:spPr>
              <a:xfrm>
                <a:off x="6702" y="4405"/>
                <a:ext cx="3648" cy="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7302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10" name="文本框2"/>
              <p:cNvSpPr/>
              <p:nvPr/>
            </p:nvSpPr>
            <p:spPr>
              <a:xfrm>
                <a:off x="10406" y="4405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11006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12" name="文本框2"/>
              <p:cNvSpPr/>
              <p:nvPr/>
            </p:nvSpPr>
            <p:spPr>
              <a:xfrm>
                <a:off x="14102" y="4405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14702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24" name="文本框2"/>
              <p:cNvSpPr/>
              <p:nvPr/>
            </p:nvSpPr>
            <p:spPr>
              <a:xfrm>
                <a:off x="6702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7302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26" name="文本框2"/>
              <p:cNvSpPr/>
              <p:nvPr/>
            </p:nvSpPr>
            <p:spPr>
              <a:xfrm>
                <a:off x="10406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11006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28" name="文本框2"/>
              <p:cNvSpPr/>
              <p:nvPr/>
            </p:nvSpPr>
            <p:spPr>
              <a:xfrm>
                <a:off x="14102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  <a:endPara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14702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  <a:endParaRPr lang="en-US" altLang="zh-CN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1354" y="3072"/>
                <a:ext cx="4230" cy="872"/>
              </a:xfrm>
              <a:prstGeom prst="rect">
                <a:avLst/>
              </a:prstGeom>
              <a:solidFill>
                <a:srgbClr val="264D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1562" y="3218"/>
                <a:ext cx="381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CORE CONTENT</a:t>
                </a:r>
                <a:endParaRPr lang="en-US" altLang="zh-CN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1069955" cy="6055995"/>
            <a:chOff x="-359" y="0"/>
            <a:chExt cx="17433" cy="9537"/>
          </a:xfrm>
        </p:grpSpPr>
        <p:grpSp>
          <p:nvGrpSpPr>
            <p:cNvPr id="2" name="组合 1"/>
            <p:cNvGrpSpPr/>
            <p:nvPr/>
          </p:nvGrpSpPr>
          <p:grpSpPr>
            <a:xfrm>
              <a:off x="1770" y="2751"/>
              <a:ext cx="15305" cy="6787"/>
              <a:chOff x="1770" y="2739"/>
              <a:chExt cx="15305" cy="6787"/>
            </a:xfrm>
          </p:grpSpPr>
          <p:pic>
            <p:nvPicPr>
              <p:cNvPr id="106" name="图片 105" descr="C:\Users\Administrator\Downloads\02.千库\毕业答辩\千库网_校园同学合影摄影图_摄影图编号80719.jpg千库网_校园同学合影摄影图_摄影图编号80719"/>
              <p:cNvPicPr>
                <a:picLocks noChangeAspect="1"/>
              </p:cNvPicPr>
              <p:nvPr/>
            </p:nvPicPr>
            <p:blipFill>
              <a:blip r:embed="rId1" cstate="email"/>
              <a:srcRect/>
              <a:stretch>
                <a:fillRect/>
              </a:stretch>
            </p:blipFill>
            <p:spPr>
              <a:xfrm>
                <a:off x="10011" y="6911"/>
                <a:ext cx="7063" cy="2615"/>
              </a:xfrm>
              <a:prstGeom prst="rect">
                <a:avLst/>
              </a:prstGeom>
            </p:spPr>
          </p:pic>
          <p:sp>
            <p:nvSpPr>
              <p:cNvPr id="48" name="文本框 47"/>
              <p:cNvSpPr txBox="1"/>
              <p:nvPr/>
            </p:nvSpPr>
            <p:spPr>
              <a:xfrm>
                <a:off x="2020" y="306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770" y="2879"/>
                <a:ext cx="1377" cy="1179"/>
                <a:chOff x="5643638" y="2647116"/>
                <a:chExt cx="874252" cy="748543"/>
              </a:xfrm>
            </p:grpSpPr>
            <p:sp>
              <p:nvSpPr>
                <p:cNvPr id="53" name="菱形 52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rgbClr val="1C4F9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01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83" name="矩形 82"/>
              <p:cNvSpPr/>
              <p:nvPr/>
            </p:nvSpPr>
            <p:spPr>
              <a:xfrm>
                <a:off x="1823" y="6911"/>
                <a:ext cx="7935" cy="2615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思源宋体" panose="02020400000000000000" charset="-122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2114" y="8001"/>
                <a:ext cx="7353" cy="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3195" y="273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>
                <a:off x="3255" y="327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10260" y="306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88" name="组合 87"/>
              <p:cNvGrpSpPr/>
              <p:nvPr/>
            </p:nvGrpSpPr>
            <p:grpSpPr>
              <a:xfrm>
                <a:off x="10010" y="2879"/>
                <a:ext cx="1377" cy="1179"/>
                <a:chOff x="5643638" y="2647116"/>
                <a:chExt cx="874252" cy="748543"/>
              </a:xfrm>
            </p:grpSpPr>
            <p:sp>
              <p:nvSpPr>
                <p:cNvPr id="89" name="菱形 88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2</a:t>
                  </a: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91" name="文本框 90"/>
              <p:cNvSpPr txBox="1"/>
              <p:nvPr/>
            </p:nvSpPr>
            <p:spPr>
              <a:xfrm>
                <a:off x="11435" y="273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11495" y="327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2020" y="509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94" name="组合 93"/>
              <p:cNvGrpSpPr/>
              <p:nvPr/>
            </p:nvGrpSpPr>
            <p:grpSpPr>
              <a:xfrm>
                <a:off x="1770" y="4909"/>
                <a:ext cx="1377" cy="1179"/>
                <a:chOff x="5643638" y="2647116"/>
                <a:chExt cx="874252" cy="748543"/>
              </a:xfrm>
            </p:grpSpPr>
            <p:sp>
              <p:nvSpPr>
                <p:cNvPr id="95" name="菱形 94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chemeClr val="bg2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96" name="文本框 95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03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97" name="文本框 96"/>
              <p:cNvSpPr txBox="1"/>
              <p:nvPr/>
            </p:nvSpPr>
            <p:spPr>
              <a:xfrm>
                <a:off x="3195" y="476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3255" y="530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0260" y="509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100" name="组合 99"/>
              <p:cNvGrpSpPr/>
              <p:nvPr/>
            </p:nvGrpSpPr>
            <p:grpSpPr>
              <a:xfrm>
                <a:off x="10010" y="4909"/>
                <a:ext cx="1377" cy="1179"/>
                <a:chOff x="5643638" y="2647116"/>
                <a:chExt cx="874252" cy="748543"/>
              </a:xfrm>
            </p:grpSpPr>
            <p:sp>
              <p:nvSpPr>
                <p:cNvPr id="101" name="菱形 100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rgbClr val="1C4F9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102" name="文本框 101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04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103" name="文本框 102"/>
              <p:cNvSpPr txBox="1"/>
              <p:nvPr/>
            </p:nvSpPr>
            <p:spPr>
              <a:xfrm>
                <a:off x="11435" y="476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11495" y="530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2225" y="7234"/>
                <a:ext cx="4924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EDIT CORE CONTENT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227965" y="0"/>
            <a:ext cx="11323320" cy="5994400"/>
            <a:chOff x="-359" y="0"/>
            <a:chExt cx="17832" cy="9440"/>
          </a:xfrm>
        </p:grpSpPr>
        <p:grpSp>
          <p:nvGrpSpPr>
            <p:cNvPr id="59" name="组合 58"/>
            <p:cNvGrpSpPr/>
            <p:nvPr/>
          </p:nvGrpSpPr>
          <p:grpSpPr>
            <a:xfrm>
              <a:off x="1417" y="2968"/>
              <a:ext cx="16056" cy="6472"/>
              <a:chOff x="1417" y="2968"/>
              <a:chExt cx="16056" cy="6472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1417" y="2968"/>
                <a:ext cx="16057" cy="6472"/>
                <a:chOff x="849" y="1696"/>
                <a:chExt cx="12680" cy="5110"/>
              </a:xfrm>
            </p:grpSpPr>
            <p:grpSp>
              <p:nvGrpSpPr>
                <p:cNvPr id="2" name="组合 1"/>
                <p:cNvGrpSpPr/>
                <p:nvPr/>
              </p:nvGrpSpPr>
              <p:grpSpPr>
                <a:xfrm>
                  <a:off x="849" y="1839"/>
                  <a:ext cx="4077" cy="4875"/>
                  <a:chOff x="539223" y="1167594"/>
                  <a:chExt cx="2589166" cy="3095667"/>
                </a:xfrm>
              </p:grpSpPr>
              <p:sp>
                <p:nvSpPr>
                  <p:cNvPr id="4" name="Rectangle 56"/>
                  <p:cNvSpPr/>
                  <p:nvPr/>
                </p:nvSpPr>
                <p:spPr>
                  <a:xfrm>
                    <a:off x="539223" y="1445754"/>
                    <a:ext cx="2589165" cy="1106152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5" name="Rectangle 57"/>
                  <p:cNvSpPr/>
                  <p:nvPr/>
                </p:nvSpPr>
                <p:spPr>
                  <a:xfrm>
                    <a:off x="539223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6" name="Rectangle 58"/>
                  <p:cNvSpPr/>
                  <p:nvPr/>
                </p:nvSpPr>
                <p:spPr>
                  <a:xfrm>
                    <a:off x="539223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7" name="Rectangle 59"/>
                  <p:cNvSpPr/>
                  <p:nvPr/>
                </p:nvSpPr>
                <p:spPr>
                  <a:xfrm>
                    <a:off x="539223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8" name="Rectangle 60"/>
                  <p:cNvSpPr/>
                  <p:nvPr/>
                </p:nvSpPr>
                <p:spPr>
                  <a:xfrm>
                    <a:off x="539223" y="3436460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9" name="Rectangle 61"/>
                  <p:cNvSpPr/>
                  <p:nvPr/>
                </p:nvSpPr>
                <p:spPr>
                  <a:xfrm>
                    <a:off x="539223" y="1167594"/>
                    <a:ext cx="2589165" cy="29485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0" name="TextBox 62"/>
                  <p:cNvSpPr txBox="1"/>
                  <p:nvPr/>
                </p:nvSpPr>
                <p:spPr>
                  <a:xfrm>
                    <a:off x="1375026" y="1214890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EDIT CONTENT</a:t>
                    </a:r>
                    <a:endParaRPr lang="en-US" altLang="zh-CN" sz="1200" b="1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1" name="TextBox 63"/>
                  <p:cNvSpPr txBox="1"/>
                  <p:nvPr/>
                </p:nvSpPr>
                <p:spPr>
                  <a:xfrm>
                    <a:off x="1411620" y="1522106"/>
                    <a:ext cx="715580" cy="692498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54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10</a:t>
                    </a:r>
                    <a:endParaRPr lang="id-ID" sz="5400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2" name="TextBox 64"/>
                  <p:cNvSpPr txBox="1"/>
                  <p:nvPr/>
                </p:nvSpPr>
                <p:spPr>
                  <a:xfrm>
                    <a:off x="2052017" y="1733210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  <a:endParaRPr lang="en-US" altLang="zh-CN" sz="3000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4" name="TextBox 66"/>
                  <p:cNvSpPr txBox="1"/>
                  <p:nvPr/>
                </p:nvSpPr>
                <p:spPr>
                  <a:xfrm>
                    <a:off x="1418309" y="2604113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编辑文本内容</a:t>
                    </a:r>
                    <a:endParaRPr lang="zh-CN" altLang="en-US" sz="103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5" name="Rectangle 70"/>
                  <p:cNvSpPr/>
                  <p:nvPr/>
                </p:nvSpPr>
                <p:spPr>
                  <a:xfrm>
                    <a:off x="539224" y="3911384"/>
                    <a:ext cx="2589165" cy="351877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56,138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￥</a:t>
                    </a:r>
                    <a:endParaRPr lang="zh-CN" altLang="en-US" b="1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8" name="TextBox 115"/>
                  <p:cNvSpPr txBox="1"/>
                  <p:nvPr/>
                </p:nvSpPr>
                <p:spPr>
                  <a:xfrm>
                    <a:off x="1418309" y="2898963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  <a:endParaRPr lang="zh-CN" altLang="en-US" sz="103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  <p:sp>
                <p:nvSpPr>
                  <p:cNvPr id="39" name="TextBox 117"/>
                  <p:cNvSpPr txBox="1"/>
                  <p:nvPr/>
                </p:nvSpPr>
                <p:spPr>
                  <a:xfrm>
                    <a:off x="1418309" y="3193814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  <a:endParaRPr lang="zh-CN" altLang="en-US" sz="103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  <p:sp>
                <p:nvSpPr>
                  <p:cNvPr id="40" name="TextBox 118"/>
                  <p:cNvSpPr txBox="1"/>
                  <p:nvPr/>
                </p:nvSpPr>
                <p:spPr>
                  <a:xfrm>
                    <a:off x="1418309" y="3488664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  <a:endParaRPr lang="zh-CN" altLang="en-US" sz="103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50" name="组合 49"/>
                <p:cNvGrpSpPr/>
                <p:nvPr/>
              </p:nvGrpSpPr>
              <p:grpSpPr>
                <a:xfrm>
                  <a:off x="5116" y="1696"/>
                  <a:ext cx="4112" cy="5110"/>
                  <a:chOff x="3248853" y="1076826"/>
                  <a:chExt cx="2611098" cy="3245095"/>
                </a:xfrm>
              </p:grpSpPr>
              <p:sp>
                <p:nvSpPr>
                  <p:cNvPr id="16" name="Rectangle 72"/>
                  <p:cNvSpPr/>
                  <p:nvPr/>
                </p:nvSpPr>
                <p:spPr>
                  <a:xfrm>
                    <a:off x="3270786" y="1445753"/>
                    <a:ext cx="2589165" cy="1106152"/>
                  </a:xfrm>
                  <a:prstGeom prst="rect">
                    <a:avLst/>
                  </a:prstGeom>
                  <a:solidFill>
                    <a:srgbClr val="1C4F90"/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7" name="Rectangle 73"/>
                  <p:cNvSpPr/>
                  <p:nvPr/>
                </p:nvSpPr>
                <p:spPr>
                  <a:xfrm>
                    <a:off x="3248853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8" name="Rectangle 74"/>
                  <p:cNvSpPr/>
                  <p:nvPr/>
                </p:nvSpPr>
                <p:spPr>
                  <a:xfrm>
                    <a:off x="3270786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9" name="Rectangle 75"/>
                  <p:cNvSpPr/>
                  <p:nvPr/>
                </p:nvSpPr>
                <p:spPr>
                  <a:xfrm>
                    <a:off x="3270786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0" name="Rectangle 76"/>
                  <p:cNvSpPr/>
                  <p:nvPr/>
                </p:nvSpPr>
                <p:spPr>
                  <a:xfrm>
                    <a:off x="3270786" y="3436461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1" name="Rectangle 80"/>
                  <p:cNvSpPr/>
                  <p:nvPr/>
                </p:nvSpPr>
                <p:spPr>
                  <a:xfrm>
                    <a:off x="3270786" y="1076826"/>
                    <a:ext cx="2589165" cy="38562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2" name="TextBox 81"/>
                  <p:cNvSpPr txBox="1"/>
                  <p:nvPr/>
                </p:nvSpPr>
                <p:spPr>
                  <a:xfrm>
                    <a:off x="4106594" y="1140591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EDIT CONTENT</a:t>
                    </a:r>
                    <a:endParaRPr lang="en-US" altLang="zh-CN" sz="1200" b="1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  <p:sp>
                <p:nvSpPr>
                  <p:cNvPr id="23" name="TextBox 82"/>
                  <p:cNvSpPr txBox="1"/>
                  <p:nvPr/>
                </p:nvSpPr>
                <p:spPr>
                  <a:xfrm>
                    <a:off x="4164860" y="1489025"/>
                    <a:ext cx="780503" cy="76174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60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20</a:t>
                    </a:r>
                    <a:endParaRPr lang="id-ID" sz="6000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4" name="TextBox 83"/>
                  <p:cNvSpPr txBox="1"/>
                  <p:nvPr/>
                </p:nvSpPr>
                <p:spPr>
                  <a:xfrm>
                    <a:off x="4823546" y="1733213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  <a:endParaRPr lang="en-US" altLang="zh-CN" sz="3000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6" name="Rectangle 91"/>
                  <p:cNvSpPr/>
                  <p:nvPr/>
                </p:nvSpPr>
                <p:spPr>
                  <a:xfrm>
                    <a:off x="3270785" y="3896150"/>
                    <a:ext cx="2589166" cy="425771"/>
                  </a:xfrm>
                  <a:prstGeom prst="rect">
                    <a:avLst/>
                  </a:prstGeom>
                  <a:solidFill>
                    <a:srgbClr val="1C4F9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63,151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￥</a:t>
                    </a:r>
                    <a:endParaRPr lang="zh-CN" altLang="en-US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51" name="组合 50"/>
                <p:cNvGrpSpPr/>
                <p:nvPr/>
              </p:nvGrpSpPr>
              <p:grpSpPr>
                <a:xfrm>
                  <a:off x="9453" y="1839"/>
                  <a:ext cx="4077" cy="4875"/>
                  <a:chOff x="6002781" y="1167595"/>
                  <a:chExt cx="2589165" cy="3095666"/>
                </a:xfrm>
              </p:grpSpPr>
              <p:sp>
                <p:nvSpPr>
                  <p:cNvPr id="27" name="Rectangle 93"/>
                  <p:cNvSpPr/>
                  <p:nvPr/>
                </p:nvSpPr>
                <p:spPr>
                  <a:xfrm>
                    <a:off x="6002781" y="1445754"/>
                    <a:ext cx="2589165" cy="1106152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8" name="Rectangle 94"/>
                  <p:cNvSpPr/>
                  <p:nvPr/>
                </p:nvSpPr>
                <p:spPr>
                  <a:xfrm>
                    <a:off x="6002781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9" name="Rectangle 99"/>
                  <p:cNvSpPr/>
                  <p:nvPr/>
                </p:nvSpPr>
                <p:spPr>
                  <a:xfrm>
                    <a:off x="6002781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0" name="Rectangle 100"/>
                  <p:cNvSpPr/>
                  <p:nvPr/>
                </p:nvSpPr>
                <p:spPr>
                  <a:xfrm>
                    <a:off x="6002781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1" name="Rectangle 101"/>
                  <p:cNvSpPr/>
                  <p:nvPr/>
                </p:nvSpPr>
                <p:spPr>
                  <a:xfrm>
                    <a:off x="6002781" y="3436460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2" name="Rectangle 102"/>
                  <p:cNvSpPr/>
                  <p:nvPr/>
                </p:nvSpPr>
                <p:spPr>
                  <a:xfrm>
                    <a:off x="6002781" y="1167595"/>
                    <a:ext cx="2589165" cy="29485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3" name="TextBox 103"/>
                  <p:cNvSpPr txBox="1"/>
                  <p:nvPr/>
                </p:nvSpPr>
                <p:spPr>
                  <a:xfrm>
                    <a:off x="6838589" y="1214890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EDIT CONTENT</a:t>
                    </a:r>
                    <a:endParaRPr lang="en-US" altLang="zh-CN" sz="1200" b="1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  <p:sp>
                <p:nvSpPr>
                  <p:cNvPr id="34" name="TextBox 105"/>
                  <p:cNvSpPr txBox="1"/>
                  <p:nvPr/>
                </p:nvSpPr>
                <p:spPr>
                  <a:xfrm>
                    <a:off x="6939574" y="1508999"/>
                    <a:ext cx="715580" cy="692498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54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50</a:t>
                    </a:r>
                    <a:endParaRPr lang="id-ID" sz="5400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5" name="TextBox 106"/>
                  <p:cNvSpPr txBox="1"/>
                  <p:nvPr/>
                </p:nvSpPr>
                <p:spPr>
                  <a:xfrm>
                    <a:off x="7555541" y="1733210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  <a:endParaRPr lang="en-US" altLang="zh-CN" sz="3000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7" name="Rectangle 112"/>
                  <p:cNvSpPr/>
                  <p:nvPr/>
                </p:nvSpPr>
                <p:spPr>
                  <a:xfrm>
                    <a:off x="6002781" y="3911384"/>
                    <a:ext cx="2589165" cy="351877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92,517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￥</a:t>
                    </a:r>
                    <a:endParaRPr lang="zh-CN" altLang="en-US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</p:grpSp>
          </p:grpSp>
          <p:sp>
            <p:nvSpPr>
              <p:cNvPr id="49" name="TextBox 66"/>
              <p:cNvSpPr txBox="1"/>
              <p:nvPr/>
            </p:nvSpPr>
            <p:spPr>
              <a:xfrm>
                <a:off x="8618" y="5997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2" name="TextBox 115"/>
              <p:cNvSpPr txBox="1"/>
              <p:nvPr/>
            </p:nvSpPr>
            <p:spPr>
              <a:xfrm>
                <a:off x="8618" y="6585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3" name="TextBox 117"/>
              <p:cNvSpPr txBox="1"/>
              <p:nvPr/>
            </p:nvSpPr>
            <p:spPr>
              <a:xfrm>
                <a:off x="8618" y="7173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4" name="TextBox 118"/>
              <p:cNvSpPr txBox="1"/>
              <p:nvPr/>
            </p:nvSpPr>
            <p:spPr>
              <a:xfrm>
                <a:off x="8618" y="7762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5" name="TextBox 66"/>
              <p:cNvSpPr txBox="1"/>
              <p:nvPr/>
            </p:nvSpPr>
            <p:spPr>
              <a:xfrm>
                <a:off x="14180" y="5997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6" name="TextBox 115"/>
              <p:cNvSpPr txBox="1"/>
              <p:nvPr/>
            </p:nvSpPr>
            <p:spPr>
              <a:xfrm>
                <a:off x="14180" y="6585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7" name="TextBox 117"/>
              <p:cNvSpPr txBox="1"/>
              <p:nvPr/>
            </p:nvSpPr>
            <p:spPr>
              <a:xfrm>
                <a:off x="14180" y="7173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8" name="TextBox 118"/>
              <p:cNvSpPr txBox="1"/>
              <p:nvPr/>
            </p:nvSpPr>
            <p:spPr>
              <a:xfrm>
                <a:off x="14180" y="7762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  <a:endParaRPr lang="zh-CN" altLang="en-US" sz="103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25" name="直角三角形 2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直角三角形 35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045190" cy="6025515"/>
            <a:chOff x="-359" y="0"/>
            <a:chExt cx="17394" cy="9489"/>
          </a:xfrm>
        </p:grpSpPr>
        <p:grpSp>
          <p:nvGrpSpPr>
            <p:cNvPr id="30" name="组合 29"/>
            <p:cNvGrpSpPr/>
            <p:nvPr/>
          </p:nvGrpSpPr>
          <p:grpSpPr>
            <a:xfrm>
              <a:off x="2147" y="2931"/>
              <a:ext cx="14889" cy="6559"/>
              <a:chOff x="2147" y="2931"/>
              <a:chExt cx="14889" cy="6559"/>
            </a:xfrm>
          </p:grpSpPr>
          <p:sp>
            <p:nvSpPr>
              <p:cNvPr id="31" name="Freeform 9"/>
              <p:cNvSpPr/>
              <p:nvPr/>
            </p:nvSpPr>
            <p:spPr bwMode="auto">
              <a:xfrm>
                <a:off x="8078" y="6169"/>
                <a:ext cx="3044" cy="3056"/>
              </a:xfrm>
              <a:custGeom>
                <a:avLst/>
                <a:gdLst>
                  <a:gd name="T0" fmla="*/ 362 w 725"/>
                  <a:gd name="T1" fmla="*/ 0 h 726"/>
                  <a:gd name="T2" fmla="*/ 0 w 725"/>
                  <a:gd name="T3" fmla="*/ 363 h 726"/>
                  <a:gd name="T4" fmla="*/ 362 w 725"/>
                  <a:gd name="T5" fmla="*/ 726 h 726"/>
                  <a:gd name="T6" fmla="*/ 725 w 725"/>
                  <a:gd name="T7" fmla="*/ 363 h 726"/>
                  <a:gd name="T8" fmla="*/ 362 w 725"/>
                  <a:gd name="T9" fmla="*/ 0 h 7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6">
                    <a:moveTo>
                      <a:pt x="362" y="0"/>
                    </a:moveTo>
                    <a:cubicBezTo>
                      <a:pt x="162" y="0"/>
                      <a:pt x="0" y="163"/>
                      <a:pt x="0" y="363"/>
                    </a:cubicBezTo>
                    <a:cubicBezTo>
                      <a:pt x="0" y="563"/>
                      <a:pt x="162" y="726"/>
                      <a:pt x="362" y="726"/>
                    </a:cubicBezTo>
                    <a:cubicBezTo>
                      <a:pt x="563" y="726"/>
                      <a:pt x="725" y="563"/>
                      <a:pt x="725" y="363"/>
                    </a:cubicBezTo>
                    <a:cubicBezTo>
                      <a:pt x="525" y="363"/>
                      <a:pt x="362" y="200"/>
                      <a:pt x="362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7"/>
              <p:cNvSpPr/>
              <p:nvPr/>
            </p:nvSpPr>
            <p:spPr bwMode="auto">
              <a:xfrm>
                <a:off x="9597" y="4646"/>
                <a:ext cx="3048" cy="3052"/>
              </a:xfrm>
              <a:custGeom>
                <a:avLst/>
                <a:gdLst>
                  <a:gd name="T0" fmla="*/ 363 w 726"/>
                  <a:gd name="T1" fmla="*/ 0 h 725"/>
                  <a:gd name="T2" fmla="*/ 0 w 726"/>
                  <a:gd name="T3" fmla="*/ 362 h 725"/>
                  <a:gd name="T4" fmla="*/ 363 w 726"/>
                  <a:gd name="T5" fmla="*/ 725 h 725"/>
                  <a:gd name="T6" fmla="*/ 726 w 726"/>
                  <a:gd name="T7" fmla="*/ 362 h 725"/>
                  <a:gd name="T8" fmla="*/ 363 w 726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6" h="725">
                    <a:moveTo>
                      <a:pt x="363" y="0"/>
                    </a:moveTo>
                    <a:cubicBezTo>
                      <a:pt x="363" y="200"/>
                      <a:pt x="201" y="362"/>
                      <a:pt x="0" y="362"/>
                    </a:cubicBezTo>
                    <a:cubicBezTo>
                      <a:pt x="0" y="562"/>
                      <a:pt x="163" y="725"/>
                      <a:pt x="363" y="725"/>
                    </a:cubicBezTo>
                    <a:cubicBezTo>
                      <a:pt x="563" y="725"/>
                      <a:pt x="726" y="562"/>
                      <a:pt x="726" y="362"/>
                    </a:cubicBezTo>
                    <a:cubicBezTo>
                      <a:pt x="726" y="162"/>
                      <a:pt x="563" y="0"/>
                      <a:pt x="363" y="0"/>
                    </a:cubicBezTo>
                    <a:close/>
                  </a:path>
                </a:pathLst>
              </a:custGeom>
              <a:solidFill>
                <a:srgbClr val="264D88"/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8078" y="3118"/>
                <a:ext cx="3044" cy="3052"/>
              </a:xfrm>
              <a:custGeom>
                <a:avLst/>
                <a:gdLst>
                  <a:gd name="T0" fmla="*/ 362 w 725"/>
                  <a:gd name="T1" fmla="*/ 0 h 725"/>
                  <a:gd name="T2" fmla="*/ 0 w 725"/>
                  <a:gd name="T3" fmla="*/ 363 h 725"/>
                  <a:gd name="T4" fmla="*/ 362 w 725"/>
                  <a:gd name="T5" fmla="*/ 725 h 725"/>
                  <a:gd name="T6" fmla="*/ 725 w 725"/>
                  <a:gd name="T7" fmla="*/ 363 h 725"/>
                  <a:gd name="T8" fmla="*/ 362 w 725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5">
                    <a:moveTo>
                      <a:pt x="362" y="0"/>
                    </a:moveTo>
                    <a:cubicBezTo>
                      <a:pt x="162" y="0"/>
                      <a:pt x="0" y="162"/>
                      <a:pt x="0" y="363"/>
                    </a:cubicBezTo>
                    <a:cubicBezTo>
                      <a:pt x="200" y="363"/>
                      <a:pt x="362" y="525"/>
                      <a:pt x="362" y="725"/>
                    </a:cubicBezTo>
                    <a:cubicBezTo>
                      <a:pt x="563" y="725"/>
                      <a:pt x="725" y="563"/>
                      <a:pt x="725" y="363"/>
                    </a:cubicBezTo>
                    <a:cubicBezTo>
                      <a:pt x="725" y="162"/>
                      <a:pt x="563" y="0"/>
                      <a:pt x="362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8"/>
              <p:cNvSpPr/>
              <p:nvPr/>
            </p:nvSpPr>
            <p:spPr bwMode="auto">
              <a:xfrm>
                <a:off x="6553" y="4646"/>
                <a:ext cx="3044" cy="3052"/>
              </a:xfrm>
              <a:custGeom>
                <a:avLst/>
                <a:gdLst>
                  <a:gd name="T0" fmla="*/ 363 w 725"/>
                  <a:gd name="T1" fmla="*/ 0 h 725"/>
                  <a:gd name="T2" fmla="*/ 0 w 725"/>
                  <a:gd name="T3" fmla="*/ 362 h 725"/>
                  <a:gd name="T4" fmla="*/ 363 w 725"/>
                  <a:gd name="T5" fmla="*/ 725 h 725"/>
                  <a:gd name="T6" fmla="*/ 725 w 725"/>
                  <a:gd name="T7" fmla="*/ 362 h 725"/>
                  <a:gd name="T8" fmla="*/ 363 w 725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5">
                    <a:moveTo>
                      <a:pt x="363" y="0"/>
                    </a:moveTo>
                    <a:cubicBezTo>
                      <a:pt x="162" y="0"/>
                      <a:pt x="0" y="162"/>
                      <a:pt x="0" y="362"/>
                    </a:cubicBezTo>
                    <a:cubicBezTo>
                      <a:pt x="0" y="562"/>
                      <a:pt x="162" y="725"/>
                      <a:pt x="363" y="725"/>
                    </a:cubicBezTo>
                    <a:cubicBezTo>
                      <a:pt x="363" y="525"/>
                      <a:pt x="525" y="362"/>
                      <a:pt x="725" y="362"/>
                    </a:cubicBezTo>
                    <a:cubicBezTo>
                      <a:pt x="725" y="162"/>
                      <a:pt x="563" y="0"/>
                      <a:pt x="363" y="0"/>
                    </a:cubicBezTo>
                    <a:close/>
                  </a:path>
                </a:pathLst>
              </a:custGeom>
              <a:solidFill>
                <a:srgbClr val="264D88"/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0"/>
              <p:cNvSpPr>
                <a:spLocks noEditPoints="1"/>
              </p:cNvSpPr>
              <p:nvPr/>
            </p:nvSpPr>
            <p:spPr bwMode="auto">
              <a:xfrm>
                <a:off x="3727" y="2931"/>
                <a:ext cx="508" cy="683"/>
              </a:xfrm>
              <a:custGeom>
                <a:avLst/>
                <a:gdLst>
                  <a:gd name="T0" fmla="*/ 96 w 145"/>
                  <a:gd name="T1" fmla="*/ 71 h 195"/>
                  <a:gd name="T2" fmla="*/ 72 w 145"/>
                  <a:gd name="T3" fmla="*/ 81 h 195"/>
                  <a:gd name="T4" fmla="*/ 60 w 145"/>
                  <a:gd name="T5" fmla="*/ 79 h 195"/>
                  <a:gd name="T6" fmla="*/ 49 w 145"/>
                  <a:gd name="T7" fmla="*/ 71 h 195"/>
                  <a:gd name="T8" fmla="*/ 43 w 145"/>
                  <a:gd name="T9" fmla="*/ 71 h 195"/>
                  <a:gd name="T10" fmla="*/ 43 w 145"/>
                  <a:gd name="T11" fmla="*/ 78 h 195"/>
                  <a:gd name="T12" fmla="*/ 56 w 145"/>
                  <a:gd name="T13" fmla="*/ 87 h 195"/>
                  <a:gd name="T14" fmla="*/ 72 w 145"/>
                  <a:gd name="T15" fmla="*/ 90 h 195"/>
                  <a:gd name="T16" fmla="*/ 102 w 145"/>
                  <a:gd name="T17" fmla="*/ 78 h 195"/>
                  <a:gd name="T18" fmla="*/ 102 w 145"/>
                  <a:gd name="T19" fmla="*/ 71 h 195"/>
                  <a:gd name="T20" fmla="*/ 96 w 145"/>
                  <a:gd name="T21" fmla="*/ 71 h 195"/>
                  <a:gd name="T22" fmla="*/ 106 w 145"/>
                  <a:gd name="T23" fmla="*/ 170 h 195"/>
                  <a:gd name="T24" fmla="*/ 106 w 145"/>
                  <a:gd name="T25" fmla="*/ 170 h 195"/>
                  <a:gd name="T26" fmla="*/ 39 w 145"/>
                  <a:gd name="T27" fmla="*/ 170 h 195"/>
                  <a:gd name="T28" fmla="*/ 34 w 145"/>
                  <a:gd name="T29" fmla="*/ 174 h 195"/>
                  <a:gd name="T30" fmla="*/ 39 w 145"/>
                  <a:gd name="T31" fmla="*/ 179 h 195"/>
                  <a:gd name="T32" fmla="*/ 106 w 145"/>
                  <a:gd name="T33" fmla="*/ 179 h 195"/>
                  <a:gd name="T34" fmla="*/ 111 w 145"/>
                  <a:gd name="T35" fmla="*/ 174 h 195"/>
                  <a:gd name="T36" fmla="*/ 106 w 145"/>
                  <a:gd name="T37" fmla="*/ 170 h 195"/>
                  <a:gd name="T38" fmla="*/ 145 w 145"/>
                  <a:gd name="T39" fmla="*/ 75 h 195"/>
                  <a:gd name="T40" fmla="*/ 145 w 145"/>
                  <a:gd name="T41" fmla="*/ 75 h 195"/>
                  <a:gd name="T42" fmla="*/ 124 w 145"/>
                  <a:gd name="T43" fmla="*/ 22 h 195"/>
                  <a:gd name="T44" fmla="*/ 72 w 145"/>
                  <a:gd name="T45" fmla="*/ 0 h 195"/>
                  <a:gd name="T46" fmla="*/ 21 w 145"/>
                  <a:gd name="T47" fmla="*/ 22 h 195"/>
                  <a:gd name="T48" fmla="*/ 0 w 145"/>
                  <a:gd name="T49" fmla="*/ 75 h 195"/>
                  <a:gd name="T50" fmla="*/ 9 w 145"/>
                  <a:gd name="T51" fmla="*/ 112 h 195"/>
                  <a:gd name="T52" fmla="*/ 9 w 145"/>
                  <a:gd name="T53" fmla="*/ 112 h 195"/>
                  <a:gd name="T54" fmla="*/ 31 w 145"/>
                  <a:gd name="T55" fmla="*/ 137 h 195"/>
                  <a:gd name="T56" fmla="*/ 31 w 145"/>
                  <a:gd name="T57" fmla="*/ 158 h 195"/>
                  <a:gd name="T58" fmla="*/ 39 w 145"/>
                  <a:gd name="T59" fmla="*/ 166 h 195"/>
                  <a:gd name="T60" fmla="*/ 106 w 145"/>
                  <a:gd name="T61" fmla="*/ 166 h 195"/>
                  <a:gd name="T62" fmla="*/ 114 w 145"/>
                  <a:gd name="T63" fmla="*/ 158 h 195"/>
                  <a:gd name="T64" fmla="*/ 114 w 145"/>
                  <a:gd name="T65" fmla="*/ 137 h 195"/>
                  <a:gd name="T66" fmla="*/ 136 w 145"/>
                  <a:gd name="T67" fmla="*/ 112 h 195"/>
                  <a:gd name="T68" fmla="*/ 136 w 145"/>
                  <a:gd name="T69" fmla="*/ 112 h 195"/>
                  <a:gd name="T70" fmla="*/ 145 w 145"/>
                  <a:gd name="T71" fmla="*/ 75 h 195"/>
                  <a:gd name="T72" fmla="*/ 123 w 145"/>
                  <a:gd name="T73" fmla="*/ 104 h 195"/>
                  <a:gd name="T74" fmla="*/ 123 w 145"/>
                  <a:gd name="T75" fmla="*/ 104 h 195"/>
                  <a:gd name="T76" fmla="*/ 123 w 145"/>
                  <a:gd name="T77" fmla="*/ 104 h 195"/>
                  <a:gd name="T78" fmla="*/ 123 w 145"/>
                  <a:gd name="T79" fmla="*/ 104 h 195"/>
                  <a:gd name="T80" fmla="*/ 102 w 145"/>
                  <a:gd name="T81" fmla="*/ 126 h 195"/>
                  <a:gd name="T82" fmla="*/ 99 w 145"/>
                  <a:gd name="T83" fmla="*/ 133 h 195"/>
                  <a:gd name="T84" fmla="*/ 99 w 145"/>
                  <a:gd name="T85" fmla="*/ 133 h 195"/>
                  <a:gd name="T86" fmla="*/ 99 w 145"/>
                  <a:gd name="T87" fmla="*/ 150 h 195"/>
                  <a:gd name="T88" fmla="*/ 46 w 145"/>
                  <a:gd name="T89" fmla="*/ 150 h 195"/>
                  <a:gd name="T90" fmla="*/ 46 w 145"/>
                  <a:gd name="T91" fmla="*/ 133 h 195"/>
                  <a:gd name="T92" fmla="*/ 42 w 145"/>
                  <a:gd name="T93" fmla="*/ 126 h 195"/>
                  <a:gd name="T94" fmla="*/ 22 w 145"/>
                  <a:gd name="T95" fmla="*/ 104 h 195"/>
                  <a:gd name="T96" fmla="*/ 22 w 145"/>
                  <a:gd name="T97" fmla="*/ 104 h 195"/>
                  <a:gd name="T98" fmla="*/ 14 w 145"/>
                  <a:gd name="T99" fmla="*/ 75 h 195"/>
                  <a:gd name="T100" fmla="*/ 31 w 145"/>
                  <a:gd name="T101" fmla="*/ 33 h 195"/>
                  <a:gd name="T102" fmla="*/ 72 w 145"/>
                  <a:gd name="T103" fmla="*/ 15 h 195"/>
                  <a:gd name="T104" fmla="*/ 113 w 145"/>
                  <a:gd name="T105" fmla="*/ 33 h 195"/>
                  <a:gd name="T106" fmla="*/ 130 w 145"/>
                  <a:gd name="T107" fmla="*/ 75 h 195"/>
                  <a:gd name="T108" fmla="*/ 123 w 145"/>
                  <a:gd name="T109" fmla="*/ 104 h 195"/>
                  <a:gd name="T110" fmla="*/ 92 w 145"/>
                  <a:gd name="T111" fmla="*/ 186 h 195"/>
                  <a:gd name="T112" fmla="*/ 92 w 145"/>
                  <a:gd name="T113" fmla="*/ 186 h 195"/>
                  <a:gd name="T114" fmla="*/ 53 w 145"/>
                  <a:gd name="T115" fmla="*/ 186 h 195"/>
                  <a:gd name="T116" fmla="*/ 48 w 145"/>
                  <a:gd name="T117" fmla="*/ 190 h 195"/>
                  <a:gd name="T118" fmla="*/ 53 w 145"/>
                  <a:gd name="T119" fmla="*/ 195 h 195"/>
                  <a:gd name="T120" fmla="*/ 92 w 145"/>
                  <a:gd name="T121" fmla="*/ 195 h 195"/>
                  <a:gd name="T122" fmla="*/ 96 w 145"/>
                  <a:gd name="T123" fmla="*/ 190 h 195"/>
                  <a:gd name="T124" fmla="*/ 92 w 145"/>
                  <a:gd name="T125" fmla="*/ 18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5" h="195">
                    <a:moveTo>
                      <a:pt x="96" y="71"/>
                    </a:moveTo>
                    <a:cubicBezTo>
                      <a:pt x="90" y="77"/>
                      <a:pt x="82" y="81"/>
                      <a:pt x="72" y="81"/>
                    </a:cubicBezTo>
                    <a:cubicBezTo>
                      <a:pt x="68" y="81"/>
                      <a:pt x="63" y="80"/>
                      <a:pt x="60" y="79"/>
                    </a:cubicBezTo>
                    <a:cubicBezTo>
                      <a:pt x="56" y="77"/>
                      <a:pt x="52" y="74"/>
                      <a:pt x="49" y="71"/>
                    </a:cubicBezTo>
                    <a:cubicBezTo>
                      <a:pt x="47" y="69"/>
                      <a:pt x="44" y="69"/>
                      <a:pt x="43" y="71"/>
                    </a:cubicBezTo>
                    <a:cubicBezTo>
                      <a:pt x="41" y="73"/>
                      <a:pt x="41" y="76"/>
                      <a:pt x="43" y="78"/>
                    </a:cubicBezTo>
                    <a:cubicBezTo>
                      <a:pt x="46" y="82"/>
                      <a:pt x="51" y="85"/>
                      <a:pt x="56" y="87"/>
                    </a:cubicBezTo>
                    <a:cubicBezTo>
                      <a:pt x="61" y="89"/>
                      <a:pt x="67" y="90"/>
                      <a:pt x="72" y="90"/>
                    </a:cubicBezTo>
                    <a:cubicBezTo>
                      <a:pt x="84" y="90"/>
                      <a:pt x="95" y="85"/>
                      <a:pt x="102" y="78"/>
                    </a:cubicBezTo>
                    <a:cubicBezTo>
                      <a:pt x="104" y="76"/>
                      <a:pt x="104" y="73"/>
                      <a:pt x="102" y="71"/>
                    </a:cubicBezTo>
                    <a:cubicBezTo>
                      <a:pt x="100" y="69"/>
                      <a:pt x="98" y="69"/>
                      <a:pt x="96" y="71"/>
                    </a:cubicBezTo>
                    <a:close/>
                    <a:moveTo>
                      <a:pt x="106" y="170"/>
                    </a:moveTo>
                    <a:cubicBezTo>
                      <a:pt x="106" y="170"/>
                      <a:pt x="106" y="170"/>
                      <a:pt x="106" y="170"/>
                    </a:cubicBezTo>
                    <a:cubicBezTo>
                      <a:pt x="39" y="170"/>
                      <a:pt x="39" y="170"/>
                      <a:pt x="39" y="170"/>
                    </a:cubicBezTo>
                    <a:cubicBezTo>
                      <a:pt x="36" y="170"/>
                      <a:pt x="34" y="172"/>
                      <a:pt x="34" y="174"/>
                    </a:cubicBezTo>
                    <a:cubicBezTo>
                      <a:pt x="34" y="177"/>
                      <a:pt x="36" y="179"/>
                      <a:pt x="39" y="179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9" y="179"/>
                      <a:pt x="111" y="177"/>
                      <a:pt x="111" y="174"/>
                    </a:cubicBezTo>
                    <a:cubicBezTo>
                      <a:pt x="111" y="172"/>
                      <a:pt x="109" y="170"/>
                      <a:pt x="106" y="170"/>
                    </a:cubicBezTo>
                    <a:close/>
                    <a:moveTo>
                      <a:pt x="145" y="75"/>
                    </a:moveTo>
                    <a:cubicBezTo>
                      <a:pt x="145" y="75"/>
                      <a:pt x="145" y="75"/>
                      <a:pt x="145" y="75"/>
                    </a:cubicBezTo>
                    <a:cubicBezTo>
                      <a:pt x="145" y="54"/>
                      <a:pt x="137" y="36"/>
                      <a:pt x="124" y="22"/>
                    </a:cubicBezTo>
                    <a:cubicBezTo>
                      <a:pt x="111" y="9"/>
                      <a:pt x="92" y="0"/>
                      <a:pt x="72" y="0"/>
                    </a:cubicBezTo>
                    <a:cubicBezTo>
                      <a:pt x="52" y="0"/>
                      <a:pt x="34" y="9"/>
                      <a:pt x="21" y="22"/>
                    </a:cubicBezTo>
                    <a:cubicBezTo>
                      <a:pt x="8" y="36"/>
                      <a:pt x="0" y="54"/>
                      <a:pt x="0" y="75"/>
                    </a:cubicBezTo>
                    <a:cubicBezTo>
                      <a:pt x="0" y="88"/>
                      <a:pt x="3" y="101"/>
                      <a:pt x="9" y="112"/>
                    </a:cubicBezTo>
                    <a:cubicBezTo>
                      <a:pt x="9" y="112"/>
                      <a:pt x="9" y="112"/>
                      <a:pt x="9" y="112"/>
                    </a:cubicBezTo>
                    <a:cubicBezTo>
                      <a:pt x="14" y="122"/>
                      <a:pt x="22" y="130"/>
                      <a:pt x="31" y="137"/>
                    </a:cubicBezTo>
                    <a:cubicBezTo>
                      <a:pt x="31" y="158"/>
                      <a:pt x="31" y="158"/>
                      <a:pt x="31" y="158"/>
                    </a:cubicBezTo>
                    <a:cubicBezTo>
                      <a:pt x="31" y="162"/>
                      <a:pt x="34" y="166"/>
                      <a:pt x="39" y="166"/>
                    </a:cubicBezTo>
                    <a:cubicBezTo>
                      <a:pt x="106" y="166"/>
                      <a:pt x="106" y="166"/>
                      <a:pt x="106" y="166"/>
                    </a:cubicBezTo>
                    <a:cubicBezTo>
                      <a:pt x="110" y="166"/>
                      <a:pt x="114" y="162"/>
                      <a:pt x="114" y="158"/>
                    </a:cubicBezTo>
                    <a:cubicBezTo>
                      <a:pt x="114" y="137"/>
                      <a:pt x="114" y="137"/>
                      <a:pt x="114" y="137"/>
                    </a:cubicBezTo>
                    <a:cubicBezTo>
                      <a:pt x="123" y="130"/>
                      <a:pt x="130" y="122"/>
                      <a:pt x="136" y="112"/>
                    </a:cubicBezTo>
                    <a:cubicBezTo>
                      <a:pt x="136" y="112"/>
                      <a:pt x="136" y="112"/>
                      <a:pt x="136" y="112"/>
                    </a:cubicBezTo>
                    <a:cubicBezTo>
                      <a:pt x="142" y="101"/>
                      <a:pt x="145" y="88"/>
                      <a:pt x="145" y="75"/>
                    </a:cubicBezTo>
                    <a:close/>
                    <a:moveTo>
                      <a:pt x="123" y="104"/>
                    </a:move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18" y="114"/>
                      <a:pt x="111" y="121"/>
                      <a:pt x="102" y="126"/>
                    </a:cubicBezTo>
                    <a:cubicBezTo>
                      <a:pt x="100" y="128"/>
                      <a:pt x="99" y="130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99" y="150"/>
                      <a:pt x="99" y="150"/>
                      <a:pt x="99" y="150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46" y="133"/>
                      <a:pt x="46" y="133"/>
                      <a:pt x="46" y="133"/>
                    </a:cubicBezTo>
                    <a:cubicBezTo>
                      <a:pt x="46" y="130"/>
                      <a:pt x="44" y="127"/>
                      <a:pt x="42" y="126"/>
                    </a:cubicBezTo>
                    <a:cubicBezTo>
                      <a:pt x="33" y="121"/>
                      <a:pt x="27" y="113"/>
                      <a:pt x="22" y="104"/>
                    </a:cubicBezTo>
                    <a:cubicBezTo>
                      <a:pt x="22" y="104"/>
                      <a:pt x="22" y="104"/>
                      <a:pt x="22" y="104"/>
                    </a:cubicBezTo>
                    <a:cubicBezTo>
                      <a:pt x="17" y="96"/>
                      <a:pt x="14" y="86"/>
                      <a:pt x="14" y="75"/>
                    </a:cubicBezTo>
                    <a:cubicBezTo>
                      <a:pt x="14" y="59"/>
                      <a:pt x="21" y="44"/>
                      <a:pt x="31" y="33"/>
                    </a:cubicBezTo>
                    <a:cubicBezTo>
                      <a:pt x="42" y="22"/>
                      <a:pt x="56" y="15"/>
                      <a:pt x="72" y="15"/>
                    </a:cubicBezTo>
                    <a:cubicBezTo>
                      <a:pt x="88" y="15"/>
                      <a:pt x="103" y="22"/>
                      <a:pt x="113" y="33"/>
                    </a:cubicBezTo>
                    <a:cubicBezTo>
                      <a:pt x="124" y="44"/>
                      <a:pt x="130" y="59"/>
                      <a:pt x="130" y="75"/>
                    </a:cubicBezTo>
                    <a:cubicBezTo>
                      <a:pt x="130" y="86"/>
                      <a:pt x="128" y="96"/>
                      <a:pt x="123" y="104"/>
                    </a:cubicBezTo>
                    <a:close/>
                    <a:moveTo>
                      <a:pt x="92" y="186"/>
                    </a:moveTo>
                    <a:cubicBezTo>
                      <a:pt x="92" y="186"/>
                      <a:pt x="92" y="186"/>
                      <a:pt x="92" y="186"/>
                    </a:cubicBezTo>
                    <a:cubicBezTo>
                      <a:pt x="53" y="186"/>
                      <a:pt x="53" y="186"/>
                      <a:pt x="53" y="186"/>
                    </a:cubicBezTo>
                    <a:cubicBezTo>
                      <a:pt x="50" y="186"/>
                      <a:pt x="48" y="188"/>
                      <a:pt x="48" y="190"/>
                    </a:cubicBezTo>
                    <a:cubicBezTo>
                      <a:pt x="48" y="193"/>
                      <a:pt x="50" y="195"/>
                      <a:pt x="53" y="195"/>
                    </a:cubicBezTo>
                    <a:cubicBezTo>
                      <a:pt x="92" y="195"/>
                      <a:pt x="92" y="195"/>
                      <a:pt x="92" y="195"/>
                    </a:cubicBezTo>
                    <a:cubicBezTo>
                      <a:pt x="94" y="195"/>
                      <a:pt x="96" y="193"/>
                      <a:pt x="96" y="190"/>
                    </a:cubicBezTo>
                    <a:cubicBezTo>
                      <a:pt x="96" y="188"/>
                      <a:pt x="94" y="186"/>
                      <a:pt x="92" y="186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1"/>
              <p:cNvSpPr>
                <a:spLocks noEditPoints="1"/>
              </p:cNvSpPr>
              <p:nvPr/>
            </p:nvSpPr>
            <p:spPr bwMode="auto">
              <a:xfrm>
                <a:off x="14816" y="2934"/>
                <a:ext cx="567" cy="672"/>
              </a:xfrm>
              <a:custGeom>
                <a:avLst/>
                <a:gdLst>
                  <a:gd name="T0" fmla="*/ 116 w 162"/>
                  <a:gd name="T1" fmla="*/ 53 h 192"/>
                  <a:gd name="T2" fmla="*/ 101 w 162"/>
                  <a:gd name="T3" fmla="*/ 89 h 192"/>
                  <a:gd name="T4" fmla="*/ 101 w 162"/>
                  <a:gd name="T5" fmla="*/ 90 h 192"/>
                  <a:gd name="T6" fmla="*/ 122 w 162"/>
                  <a:gd name="T7" fmla="*/ 109 h 192"/>
                  <a:gd name="T8" fmla="*/ 150 w 162"/>
                  <a:gd name="T9" fmla="*/ 121 h 192"/>
                  <a:gd name="T10" fmla="*/ 150 w 162"/>
                  <a:gd name="T11" fmla="*/ 180 h 192"/>
                  <a:gd name="T12" fmla="*/ 121 w 162"/>
                  <a:gd name="T13" fmla="*/ 192 h 192"/>
                  <a:gd name="T14" fmla="*/ 28 w 162"/>
                  <a:gd name="T15" fmla="*/ 185 h 192"/>
                  <a:gd name="T16" fmla="*/ 28 w 162"/>
                  <a:gd name="T17" fmla="*/ 178 h 192"/>
                  <a:gd name="T18" fmla="*/ 12 w 162"/>
                  <a:gd name="T19" fmla="*/ 178 h 192"/>
                  <a:gd name="T20" fmla="*/ 0 w 162"/>
                  <a:gd name="T21" fmla="*/ 161 h 192"/>
                  <a:gd name="T22" fmla="*/ 4 w 162"/>
                  <a:gd name="T23" fmla="*/ 123 h 192"/>
                  <a:gd name="T24" fmla="*/ 30 w 162"/>
                  <a:gd name="T25" fmla="*/ 89 h 192"/>
                  <a:gd name="T26" fmla="*/ 15 w 162"/>
                  <a:gd name="T27" fmla="*/ 53 h 192"/>
                  <a:gd name="T28" fmla="*/ 117 w 162"/>
                  <a:gd name="T29" fmla="*/ 130 h 192"/>
                  <a:gd name="T30" fmla="*/ 117 w 162"/>
                  <a:gd name="T31" fmla="*/ 146 h 192"/>
                  <a:gd name="T32" fmla="*/ 97 w 162"/>
                  <a:gd name="T33" fmla="*/ 151 h 192"/>
                  <a:gd name="T34" fmla="*/ 117 w 162"/>
                  <a:gd name="T35" fmla="*/ 155 h 192"/>
                  <a:gd name="T36" fmla="*/ 122 w 162"/>
                  <a:gd name="T37" fmla="*/ 176 h 192"/>
                  <a:gd name="T38" fmla="*/ 126 w 162"/>
                  <a:gd name="T39" fmla="*/ 155 h 192"/>
                  <a:gd name="T40" fmla="*/ 146 w 162"/>
                  <a:gd name="T41" fmla="*/ 151 h 192"/>
                  <a:gd name="T42" fmla="*/ 126 w 162"/>
                  <a:gd name="T43" fmla="*/ 146 h 192"/>
                  <a:gd name="T44" fmla="*/ 117 w 162"/>
                  <a:gd name="T45" fmla="*/ 130 h 192"/>
                  <a:gd name="T46" fmla="*/ 99 w 162"/>
                  <a:gd name="T47" fmla="*/ 128 h 192"/>
                  <a:gd name="T48" fmla="*/ 99 w 162"/>
                  <a:gd name="T49" fmla="*/ 174 h 192"/>
                  <a:gd name="T50" fmla="*/ 144 w 162"/>
                  <a:gd name="T51" fmla="*/ 174 h 192"/>
                  <a:gd name="T52" fmla="*/ 144 w 162"/>
                  <a:gd name="T53" fmla="*/ 128 h 192"/>
                  <a:gd name="T54" fmla="*/ 99 w 162"/>
                  <a:gd name="T55" fmla="*/ 128 h 192"/>
                  <a:gd name="T56" fmla="*/ 103 w 162"/>
                  <a:gd name="T57" fmla="*/ 113 h 192"/>
                  <a:gd name="T58" fmla="*/ 66 w 162"/>
                  <a:gd name="T59" fmla="*/ 105 h 192"/>
                  <a:gd name="T60" fmla="*/ 17 w 162"/>
                  <a:gd name="T61" fmla="*/ 129 h 192"/>
                  <a:gd name="T62" fmla="*/ 15 w 162"/>
                  <a:gd name="T63" fmla="*/ 161 h 192"/>
                  <a:gd name="T64" fmla="*/ 34 w 162"/>
                  <a:gd name="T65" fmla="*/ 163 h 192"/>
                  <a:gd name="T66" fmla="*/ 38 w 162"/>
                  <a:gd name="T67" fmla="*/ 138 h 192"/>
                  <a:gd name="T68" fmla="*/ 43 w 162"/>
                  <a:gd name="T69" fmla="*/ 170 h 192"/>
                  <a:gd name="T70" fmla="*/ 43 w 162"/>
                  <a:gd name="T71" fmla="*/ 177 h 192"/>
                  <a:gd name="T72" fmla="*/ 81 w 162"/>
                  <a:gd name="T73" fmla="*/ 151 h 192"/>
                  <a:gd name="T74" fmla="*/ 93 w 162"/>
                  <a:gd name="T75" fmla="*/ 121 h 192"/>
                  <a:gd name="T76" fmla="*/ 103 w 162"/>
                  <a:gd name="T77" fmla="*/ 113 h 192"/>
                  <a:gd name="T78" fmla="*/ 66 w 162"/>
                  <a:gd name="T79" fmla="*/ 16 h 192"/>
                  <a:gd name="T80" fmla="*/ 66 w 162"/>
                  <a:gd name="T81" fmla="*/ 89 h 192"/>
                  <a:gd name="T82" fmla="*/ 66 w 162"/>
                  <a:gd name="T83" fmla="*/ 16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62" h="192">
                    <a:moveTo>
                      <a:pt x="66" y="0"/>
                    </a:moveTo>
                    <a:cubicBezTo>
                      <a:pt x="93" y="0"/>
                      <a:pt x="116" y="24"/>
                      <a:pt x="116" y="53"/>
                    </a:cubicBezTo>
                    <a:cubicBezTo>
                      <a:pt x="116" y="67"/>
                      <a:pt x="110" y="80"/>
                      <a:pt x="101" y="89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90"/>
                      <a:pt x="101" y="90"/>
                      <a:pt x="101" y="90"/>
                    </a:cubicBezTo>
                    <a:cubicBezTo>
                      <a:pt x="107" y="96"/>
                      <a:pt x="114" y="102"/>
                      <a:pt x="119" y="109"/>
                    </a:cubicBezTo>
                    <a:cubicBezTo>
                      <a:pt x="120" y="109"/>
                      <a:pt x="121" y="109"/>
                      <a:pt x="122" y="109"/>
                    </a:cubicBezTo>
                    <a:cubicBezTo>
                      <a:pt x="133" y="109"/>
                      <a:pt x="143" y="114"/>
                      <a:pt x="150" y="121"/>
                    </a:cubicBezTo>
                    <a:cubicBezTo>
                      <a:pt x="150" y="121"/>
                      <a:pt x="150" y="121"/>
                      <a:pt x="150" y="121"/>
                    </a:cubicBezTo>
                    <a:cubicBezTo>
                      <a:pt x="158" y="129"/>
                      <a:pt x="162" y="139"/>
                      <a:pt x="162" y="151"/>
                    </a:cubicBezTo>
                    <a:cubicBezTo>
                      <a:pt x="162" y="162"/>
                      <a:pt x="158" y="173"/>
                      <a:pt x="150" y="180"/>
                    </a:cubicBezTo>
                    <a:cubicBezTo>
                      <a:pt x="143" y="188"/>
                      <a:pt x="133" y="192"/>
                      <a:pt x="122" y="192"/>
                    </a:cubicBezTo>
                    <a:cubicBezTo>
                      <a:pt x="121" y="192"/>
                      <a:pt x="121" y="192"/>
                      <a:pt x="121" y="192"/>
                    </a:cubicBezTo>
                    <a:cubicBezTo>
                      <a:pt x="35" y="192"/>
                      <a:pt x="35" y="192"/>
                      <a:pt x="35" y="192"/>
                    </a:cubicBezTo>
                    <a:cubicBezTo>
                      <a:pt x="31" y="192"/>
                      <a:pt x="28" y="189"/>
                      <a:pt x="28" y="185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14" y="178"/>
                      <a:pt x="14" y="178"/>
                      <a:pt x="14" y="178"/>
                    </a:cubicBezTo>
                    <a:cubicBezTo>
                      <a:pt x="13" y="178"/>
                      <a:pt x="13" y="178"/>
                      <a:pt x="12" y="178"/>
                    </a:cubicBezTo>
                    <a:cubicBezTo>
                      <a:pt x="8" y="177"/>
                      <a:pt x="5" y="175"/>
                      <a:pt x="3" y="172"/>
                    </a:cubicBezTo>
                    <a:cubicBezTo>
                      <a:pt x="1" y="169"/>
                      <a:pt x="0" y="165"/>
                      <a:pt x="0" y="161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37"/>
                      <a:pt x="1" y="130"/>
                      <a:pt x="4" y="123"/>
                    </a:cubicBezTo>
                    <a:cubicBezTo>
                      <a:pt x="9" y="109"/>
                      <a:pt x="20" y="100"/>
                      <a:pt x="30" y="90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20" y="80"/>
                      <a:pt x="15" y="66"/>
                      <a:pt x="15" y="53"/>
                    </a:cubicBezTo>
                    <a:cubicBezTo>
                      <a:pt x="15" y="24"/>
                      <a:pt x="38" y="0"/>
                      <a:pt x="66" y="0"/>
                    </a:cubicBezTo>
                    <a:close/>
                    <a:moveTo>
                      <a:pt x="117" y="130"/>
                    </a:move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17" y="146"/>
                      <a:pt x="117" y="146"/>
                      <a:pt x="117" y="146"/>
                    </a:cubicBezTo>
                    <a:cubicBezTo>
                      <a:pt x="102" y="146"/>
                      <a:pt x="102" y="146"/>
                      <a:pt x="102" y="146"/>
                    </a:cubicBezTo>
                    <a:cubicBezTo>
                      <a:pt x="99" y="146"/>
                      <a:pt x="97" y="148"/>
                      <a:pt x="97" y="151"/>
                    </a:cubicBezTo>
                    <a:cubicBezTo>
                      <a:pt x="97" y="153"/>
                      <a:pt x="99" y="155"/>
                      <a:pt x="102" y="155"/>
                    </a:cubicBezTo>
                    <a:cubicBezTo>
                      <a:pt x="117" y="155"/>
                      <a:pt x="117" y="155"/>
                      <a:pt x="117" y="155"/>
                    </a:cubicBezTo>
                    <a:cubicBezTo>
                      <a:pt x="117" y="171"/>
                      <a:pt x="117" y="171"/>
                      <a:pt x="117" y="171"/>
                    </a:cubicBezTo>
                    <a:cubicBezTo>
                      <a:pt x="117" y="174"/>
                      <a:pt x="119" y="176"/>
                      <a:pt x="122" y="176"/>
                    </a:cubicBezTo>
                    <a:cubicBezTo>
                      <a:pt x="124" y="176"/>
                      <a:pt x="126" y="174"/>
                      <a:pt x="126" y="171"/>
                    </a:cubicBezTo>
                    <a:cubicBezTo>
                      <a:pt x="126" y="155"/>
                      <a:pt x="126" y="155"/>
                      <a:pt x="126" y="155"/>
                    </a:cubicBezTo>
                    <a:cubicBezTo>
                      <a:pt x="141" y="155"/>
                      <a:pt x="141" y="155"/>
                      <a:pt x="141" y="155"/>
                    </a:cubicBezTo>
                    <a:cubicBezTo>
                      <a:pt x="144" y="155"/>
                      <a:pt x="146" y="153"/>
                      <a:pt x="146" y="151"/>
                    </a:cubicBezTo>
                    <a:cubicBezTo>
                      <a:pt x="146" y="148"/>
                      <a:pt x="144" y="146"/>
                      <a:pt x="141" y="146"/>
                    </a:cubicBezTo>
                    <a:cubicBezTo>
                      <a:pt x="126" y="146"/>
                      <a:pt x="126" y="146"/>
                      <a:pt x="126" y="146"/>
                    </a:cubicBezTo>
                    <a:cubicBezTo>
                      <a:pt x="126" y="130"/>
                      <a:pt x="126" y="130"/>
                      <a:pt x="126" y="130"/>
                    </a:cubicBezTo>
                    <a:cubicBezTo>
                      <a:pt x="126" y="124"/>
                      <a:pt x="117" y="124"/>
                      <a:pt x="117" y="130"/>
                    </a:cubicBezTo>
                    <a:close/>
                    <a:moveTo>
                      <a:pt x="99" y="128"/>
                    </a:moveTo>
                    <a:cubicBezTo>
                      <a:pt x="99" y="128"/>
                      <a:pt x="99" y="128"/>
                      <a:pt x="99" y="128"/>
                    </a:cubicBezTo>
                    <a:cubicBezTo>
                      <a:pt x="94" y="133"/>
                      <a:pt x="90" y="142"/>
                      <a:pt x="90" y="151"/>
                    </a:cubicBezTo>
                    <a:cubicBezTo>
                      <a:pt x="90" y="160"/>
                      <a:pt x="94" y="168"/>
                      <a:pt x="99" y="174"/>
                    </a:cubicBezTo>
                    <a:cubicBezTo>
                      <a:pt x="105" y="179"/>
                      <a:pt x="113" y="183"/>
                      <a:pt x="122" y="183"/>
                    </a:cubicBezTo>
                    <a:cubicBezTo>
                      <a:pt x="130" y="183"/>
                      <a:pt x="138" y="179"/>
                      <a:pt x="144" y="174"/>
                    </a:cubicBezTo>
                    <a:cubicBezTo>
                      <a:pt x="150" y="168"/>
                      <a:pt x="153" y="160"/>
                      <a:pt x="153" y="151"/>
                    </a:cubicBezTo>
                    <a:cubicBezTo>
                      <a:pt x="153" y="142"/>
                      <a:pt x="150" y="134"/>
                      <a:pt x="144" y="128"/>
                    </a:cubicBezTo>
                    <a:cubicBezTo>
                      <a:pt x="144" y="128"/>
                      <a:pt x="144" y="128"/>
                      <a:pt x="144" y="128"/>
                    </a:cubicBezTo>
                    <a:cubicBezTo>
                      <a:pt x="132" y="115"/>
                      <a:pt x="112" y="115"/>
                      <a:pt x="99" y="128"/>
                    </a:cubicBezTo>
                    <a:close/>
                    <a:moveTo>
                      <a:pt x="103" y="113"/>
                    </a:moveTo>
                    <a:cubicBezTo>
                      <a:pt x="103" y="113"/>
                      <a:pt x="103" y="113"/>
                      <a:pt x="103" y="113"/>
                    </a:cubicBezTo>
                    <a:cubicBezTo>
                      <a:pt x="99" y="108"/>
                      <a:pt x="93" y="103"/>
                      <a:pt x="89" y="99"/>
                    </a:cubicBezTo>
                    <a:cubicBezTo>
                      <a:pt x="82" y="103"/>
                      <a:pt x="74" y="105"/>
                      <a:pt x="66" y="105"/>
                    </a:cubicBezTo>
                    <a:cubicBezTo>
                      <a:pt x="57" y="105"/>
                      <a:pt x="49" y="103"/>
                      <a:pt x="42" y="99"/>
                    </a:cubicBezTo>
                    <a:cubicBezTo>
                      <a:pt x="34" y="107"/>
                      <a:pt x="22" y="117"/>
                      <a:pt x="17" y="129"/>
                    </a:cubicBezTo>
                    <a:cubicBezTo>
                      <a:pt x="15" y="134"/>
                      <a:pt x="15" y="139"/>
                      <a:pt x="15" y="145"/>
                    </a:cubicBezTo>
                    <a:cubicBezTo>
                      <a:pt x="15" y="161"/>
                      <a:pt x="15" y="161"/>
                      <a:pt x="15" y="161"/>
                    </a:cubicBezTo>
                    <a:cubicBezTo>
                      <a:pt x="15" y="162"/>
                      <a:pt x="15" y="162"/>
                      <a:pt x="15" y="163"/>
                    </a:cubicBezTo>
                    <a:cubicBezTo>
                      <a:pt x="34" y="163"/>
                      <a:pt x="34" y="163"/>
                      <a:pt x="34" y="163"/>
                    </a:cubicBezTo>
                    <a:cubicBezTo>
                      <a:pt x="34" y="143"/>
                      <a:pt x="34" y="143"/>
                      <a:pt x="34" y="143"/>
                    </a:cubicBezTo>
                    <a:cubicBezTo>
                      <a:pt x="34" y="140"/>
                      <a:pt x="36" y="138"/>
                      <a:pt x="38" y="138"/>
                    </a:cubicBezTo>
                    <a:cubicBezTo>
                      <a:pt x="41" y="138"/>
                      <a:pt x="43" y="140"/>
                      <a:pt x="43" y="143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90" y="177"/>
                      <a:pt x="90" y="177"/>
                      <a:pt x="90" y="177"/>
                    </a:cubicBezTo>
                    <a:cubicBezTo>
                      <a:pt x="85" y="170"/>
                      <a:pt x="81" y="161"/>
                      <a:pt x="81" y="151"/>
                    </a:cubicBezTo>
                    <a:cubicBezTo>
                      <a:pt x="81" y="139"/>
                      <a:pt x="86" y="129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6" y="118"/>
                      <a:pt x="99" y="115"/>
                      <a:pt x="103" y="113"/>
                    </a:cubicBezTo>
                    <a:close/>
                    <a:moveTo>
                      <a:pt x="66" y="16"/>
                    </a:moveTo>
                    <a:cubicBezTo>
                      <a:pt x="66" y="16"/>
                      <a:pt x="66" y="16"/>
                      <a:pt x="66" y="16"/>
                    </a:cubicBezTo>
                    <a:cubicBezTo>
                      <a:pt x="46" y="16"/>
                      <a:pt x="30" y="32"/>
                      <a:pt x="30" y="53"/>
                    </a:cubicBezTo>
                    <a:cubicBezTo>
                      <a:pt x="30" y="73"/>
                      <a:pt x="46" y="89"/>
                      <a:pt x="66" y="89"/>
                    </a:cubicBezTo>
                    <a:cubicBezTo>
                      <a:pt x="85" y="89"/>
                      <a:pt x="101" y="73"/>
                      <a:pt x="101" y="53"/>
                    </a:cubicBezTo>
                    <a:cubicBezTo>
                      <a:pt x="101" y="32"/>
                      <a:pt x="85" y="16"/>
                      <a:pt x="66" y="16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12"/>
              <p:cNvSpPr>
                <a:spLocks noEditPoints="1"/>
              </p:cNvSpPr>
              <p:nvPr/>
            </p:nvSpPr>
            <p:spPr bwMode="auto">
              <a:xfrm>
                <a:off x="14809" y="6760"/>
                <a:ext cx="581" cy="767"/>
              </a:xfrm>
              <a:custGeom>
                <a:avLst/>
                <a:gdLst>
                  <a:gd name="T0" fmla="*/ 149 w 166"/>
                  <a:gd name="T1" fmla="*/ 196 h 219"/>
                  <a:gd name="T2" fmla="*/ 136 w 166"/>
                  <a:gd name="T3" fmla="*/ 207 h 219"/>
                  <a:gd name="T4" fmla="*/ 93 w 166"/>
                  <a:gd name="T5" fmla="*/ 218 h 219"/>
                  <a:gd name="T6" fmla="*/ 53 w 166"/>
                  <a:gd name="T7" fmla="*/ 200 h 219"/>
                  <a:gd name="T8" fmla="*/ 53 w 166"/>
                  <a:gd name="T9" fmla="*/ 200 h 219"/>
                  <a:gd name="T10" fmla="*/ 53 w 166"/>
                  <a:gd name="T11" fmla="*/ 200 h 219"/>
                  <a:gd name="T12" fmla="*/ 42 w 166"/>
                  <a:gd name="T13" fmla="*/ 186 h 219"/>
                  <a:gd name="T14" fmla="*/ 20 w 166"/>
                  <a:gd name="T15" fmla="*/ 148 h 219"/>
                  <a:gd name="T16" fmla="*/ 20 w 166"/>
                  <a:gd name="T17" fmla="*/ 147 h 219"/>
                  <a:gd name="T18" fmla="*/ 7 w 166"/>
                  <a:gd name="T19" fmla="*/ 125 h 219"/>
                  <a:gd name="T20" fmla="*/ 23 w 166"/>
                  <a:gd name="T21" fmla="*/ 93 h 219"/>
                  <a:gd name="T22" fmla="*/ 43 w 166"/>
                  <a:gd name="T23" fmla="*/ 103 h 219"/>
                  <a:gd name="T24" fmla="*/ 43 w 166"/>
                  <a:gd name="T25" fmla="*/ 104 h 219"/>
                  <a:gd name="T26" fmla="*/ 45 w 166"/>
                  <a:gd name="T27" fmla="*/ 107 h 219"/>
                  <a:gd name="T28" fmla="*/ 45 w 166"/>
                  <a:gd name="T29" fmla="*/ 35 h 219"/>
                  <a:gd name="T30" fmla="*/ 74 w 166"/>
                  <a:gd name="T31" fmla="*/ 18 h 219"/>
                  <a:gd name="T32" fmla="*/ 110 w 166"/>
                  <a:gd name="T33" fmla="*/ 18 h 219"/>
                  <a:gd name="T34" fmla="*/ 138 w 166"/>
                  <a:gd name="T35" fmla="*/ 34 h 219"/>
                  <a:gd name="T36" fmla="*/ 138 w 166"/>
                  <a:gd name="T37" fmla="*/ 35 h 219"/>
                  <a:gd name="T38" fmla="*/ 139 w 166"/>
                  <a:gd name="T39" fmla="*/ 35 h 219"/>
                  <a:gd name="T40" fmla="*/ 166 w 166"/>
                  <a:gd name="T41" fmla="*/ 53 h 219"/>
                  <a:gd name="T42" fmla="*/ 166 w 166"/>
                  <a:gd name="T43" fmla="*/ 150 h 219"/>
                  <a:gd name="T44" fmla="*/ 162 w 166"/>
                  <a:gd name="T45" fmla="*/ 175 h 219"/>
                  <a:gd name="T46" fmla="*/ 149 w 166"/>
                  <a:gd name="T47" fmla="*/ 196 h 219"/>
                  <a:gd name="T48" fmla="*/ 128 w 166"/>
                  <a:gd name="T49" fmla="*/ 194 h 219"/>
                  <a:gd name="T50" fmla="*/ 128 w 166"/>
                  <a:gd name="T51" fmla="*/ 194 h 219"/>
                  <a:gd name="T52" fmla="*/ 138 w 166"/>
                  <a:gd name="T53" fmla="*/ 185 h 219"/>
                  <a:gd name="T54" fmla="*/ 148 w 166"/>
                  <a:gd name="T55" fmla="*/ 169 h 219"/>
                  <a:gd name="T56" fmla="*/ 151 w 166"/>
                  <a:gd name="T57" fmla="*/ 150 h 219"/>
                  <a:gd name="T58" fmla="*/ 151 w 166"/>
                  <a:gd name="T59" fmla="*/ 53 h 219"/>
                  <a:gd name="T60" fmla="*/ 143 w 166"/>
                  <a:gd name="T61" fmla="*/ 53 h 219"/>
                  <a:gd name="T62" fmla="*/ 143 w 166"/>
                  <a:gd name="T63" fmla="*/ 99 h 219"/>
                  <a:gd name="T64" fmla="*/ 123 w 166"/>
                  <a:gd name="T65" fmla="*/ 99 h 219"/>
                  <a:gd name="T66" fmla="*/ 123 w 166"/>
                  <a:gd name="T67" fmla="*/ 34 h 219"/>
                  <a:gd name="T68" fmla="*/ 115 w 166"/>
                  <a:gd name="T69" fmla="*/ 34 h 219"/>
                  <a:gd name="T70" fmla="*/ 115 w 166"/>
                  <a:gd name="T71" fmla="*/ 34 h 219"/>
                  <a:gd name="T72" fmla="*/ 115 w 166"/>
                  <a:gd name="T73" fmla="*/ 99 h 219"/>
                  <a:gd name="T74" fmla="*/ 96 w 166"/>
                  <a:gd name="T75" fmla="*/ 99 h 219"/>
                  <a:gd name="T76" fmla="*/ 96 w 166"/>
                  <a:gd name="T77" fmla="*/ 24 h 219"/>
                  <a:gd name="T78" fmla="*/ 88 w 166"/>
                  <a:gd name="T79" fmla="*/ 24 h 219"/>
                  <a:gd name="T80" fmla="*/ 88 w 166"/>
                  <a:gd name="T81" fmla="*/ 99 h 219"/>
                  <a:gd name="T82" fmla="*/ 68 w 166"/>
                  <a:gd name="T83" fmla="*/ 99 h 219"/>
                  <a:gd name="T84" fmla="*/ 68 w 166"/>
                  <a:gd name="T85" fmla="*/ 35 h 219"/>
                  <a:gd name="T86" fmla="*/ 60 w 166"/>
                  <a:gd name="T87" fmla="*/ 35 h 219"/>
                  <a:gd name="T88" fmla="*/ 60 w 166"/>
                  <a:gd name="T89" fmla="*/ 125 h 219"/>
                  <a:gd name="T90" fmla="*/ 41 w 166"/>
                  <a:gd name="T91" fmla="*/ 130 h 219"/>
                  <a:gd name="T92" fmla="*/ 31 w 166"/>
                  <a:gd name="T93" fmla="*/ 112 h 219"/>
                  <a:gd name="T94" fmla="*/ 20 w 166"/>
                  <a:gd name="T95" fmla="*/ 117 h 219"/>
                  <a:gd name="T96" fmla="*/ 33 w 166"/>
                  <a:gd name="T97" fmla="*/ 140 h 219"/>
                  <a:gd name="T98" fmla="*/ 33 w 166"/>
                  <a:gd name="T99" fmla="*/ 140 h 219"/>
                  <a:gd name="T100" fmla="*/ 55 w 166"/>
                  <a:gd name="T101" fmla="*/ 178 h 219"/>
                  <a:gd name="T102" fmla="*/ 63 w 166"/>
                  <a:gd name="T103" fmla="*/ 189 h 219"/>
                  <a:gd name="T104" fmla="*/ 95 w 166"/>
                  <a:gd name="T105" fmla="*/ 203 h 219"/>
                  <a:gd name="T106" fmla="*/ 128 w 166"/>
                  <a:gd name="T107" fmla="*/ 19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" h="219">
                    <a:moveTo>
                      <a:pt x="149" y="196"/>
                    </a:moveTo>
                    <a:cubicBezTo>
                      <a:pt x="145" y="200"/>
                      <a:pt x="141" y="204"/>
                      <a:pt x="136" y="207"/>
                    </a:cubicBezTo>
                    <a:cubicBezTo>
                      <a:pt x="123" y="216"/>
                      <a:pt x="108" y="219"/>
                      <a:pt x="93" y="218"/>
                    </a:cubicBezTo>
                    <a:cubicBezTo>
                      <a:pt x="79" y="217"/>
                      <a:pt x="65" y="211"/>
                      <a:pt x="53" y="200"/>
                    </a:cubicBezTo>
                    <a:cubicBezTo>
                      <a:pt x="53" y="200"/>
                      <a:pt x="53" y="200"/>
                      <a:pt x="53" y="200"/>
                    </a:cubicBezTo>
                    <a:cubicBezTo>
                      <a:pt x="53" y="200"/>
                      <a:pt x="53" y="200"/>
                      <a:pt x="53" y="200"/>
                    </a:cubicBezTo>
                    <a:cubicBezTo>
                      <a:pt x="49" y="196"/>
                      <a:pt x="45" y="191"/>
                      <a:pt x="42" y="186"/>
                    </a:cubicBezTo>
                    <a:cubicBezTo>
                      <a:pt x="20" y="148"/>
                      <a:pt x="20" y="148"/>
                      <a:pt x="20" y="148"/>
                    </a:cubicBezTo>
                    <a:cubicBezTo>
                      <a:pt x="20" y="147"/>
                      <a:pt x="20" y="147"/>
                      <a:pt x="20" y="147"/>
                    </a:cubicBezTo>
                    <a:cubicBezTo>
                      <a:pt x="7" y="125"/>
                      <a:pt x="7" y="125"/>
                      <a:pt x="7" y="125"/>
                    </a:cubicBezTo>
                    <a:cubicBezTo>
                      <a:pt x="0" y="111"/>
                      <a:pt x="8" y="95"/>
                      <a:pt x="23" y="93"/>
                    </a:cubicBezTo>
                    <a:cubicBezTo>
                      <a:pt x="29" y="93"/>
                      <a:pt x="37" y="95"/>
                      <a:pt x="43" y="103"/>
                    </a:cubicBezTo>
                    <a:cubicBezTo>
                      <a:pt x="43" y="103"/>
                      <a:pt x="43" y="104"/>
                      <a:pt x="43" y="104"/>
                    </a:cubicBezTo>
                    <a:cubicBezTo>
                      <a:pt x="45" y="107"/>
                      <a:pt x="45" y="107"/>
                      <a:pt x="45" y="107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45" y="19"/>
                      <a:pt x="61" y="11"/>
                      <a:pt x="74" y="18"/>
                    </a:cubicBezTo>
                    <a:cubicBezTo>
                      <a:pt x="79" y="0"/>
                      <a:pt x="104" y="1"/>
                      <a:pt x="110" y="18"/>
                    </a:cubicBezTo>
                    <a:cubicBezTo>
                      <a:pt x="122" y="11"/>
                      <a:pt x="138" y="19"/>
                      <a:pt x="138" y="34"/>
                    </a:cubicBezTo>
                    <a:cubicBezTo>
                      <a:pt x="138" y="35"/>
                      <a:pt x="138" y="35"/>
                      <a:pt x="138" y="35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52" y="30"/>
                      <a:pt x="166" y="38"/>
                      <a:pt x="166" y="53"/>
                    </a:cubicBezTo>
                    <a:cubicBezTo>
                      <a:pt x="166" y="150"/>
                      <a:pt x="166" y="150"/>
                      <a:pt x="166" y="150"/>
                    </a:cubicBezTo>
                    <a:cubicBezTo>
                      <a:pt x="166" y="158"/>
                      <a:pt x="165" y="167"/>
                      <a:pt x="162" y="175"/>
                    </a:cubicBezTo>
                    <a:cubicBezTo>
                      <a:pt x="159" y="182"/>
                      <a:pt x="155" y="190"/>
                      <a:pt x="149" y="196"/>
                    </a:cubicBezTo>
                    <a:close/>
                    <a:moveTo>
                      <a:pt x="128" y="194"/>
                    </a:move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32" y="192"/>
                      <a:pt x="135" y="189"/>
                      <a:pt x="138" y="185"/>
                    </a:cubicBezTo>
                    <a:cubicBezTo>
                      <a:pt x="142" y="181"/>
                      <a:pt x="146" y="175"/>
                      <a:pt x="148" y="169"/>
                    </a:cubicBezTo>
                    <a:cubicBezTo>
                      <a:pt x="150" y="163"/>
                      <a:pt x="151" y="157"/>
                      <a:pt x="151" y="150"/>
                    </a:cubicBezTo>
                    <a:cubicBezTo>
                      <a:pt x="151" y="53"/>
                      <a:pt x="151" y="53"/>
                      <a:pt x="151" y="53"/>
                    </a:cubicBezTo>
                    <a:cubicBezTo>
                      <a:pt x="151" y="47"/>
                      <a:pt x="143" y="47"/>
                      <a:pt x="143" y="53"/>
                    </a:cubicBezTo>
                    <a:cubicBezTo>
                      <a:pt x="143" y="99"/>
                      <a:pt x="143" y="99"/>
                      <a:pt x="143" y="99"/>
                    </a:cubicBezTo>
                    <a:cubicBezTo>
                      <a:pt x="143" y="111"/>
                      <a:pt x="123" y="111"/>
                      <a:pt x="123" y="99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3" y="29"/>
                      <a:pt x="115" y="29"/>
                      <a:pt x="115" y="34"/>
                    </a:cubicBezTo>
                    <a:cubicBezTo>
                      <a:pt x="115" y="34"/>
                      <a:pt x="115" y="34"/>
                      <a:pt x="115" y="34"/>
                    </a:cubicBezTo>
                    <a:cubicBezTo>
                      <a:pt x="115" y="99"/>
                      <a:pt x="115" y="99"/>
                      <a:pt x="115" y="99"/>
                    </a:cubicBezTo>
                    <a:cubicBezTo>
                      <a:pt x="115" y="111"/>
                      <a:pt x="96" y="111"/>
                      <a:pt x="96" y="99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18"/>
                      <a:pt x="88" y="19"/>
                      <a:pt x="88" y="24"/>
                    </a:cubicBezTo>
                    <a:cubicBezTo>
                      <a:pt x="88" y="99"/>
                      <a:pt x="88" y="99"/>
                      <a:pt x="88" y="99"/>
                    </a:cubicBezTo>
                    <a:cubicBezTo>
                      <a:pt x="88" y="111"/>
                      <a:pt x="68" y="111"/>
                      <a:pt x="68" y="99"/>
                    </a:cubicBezTo>
                    <a:cubicBezTo>
                      <a:pt x="68" y="35"/>
                      <a:pt x="68" y="35"/>
                      <a:pt x="68" y="35"/>
                    </a:cubicBezTo>
                    <a:cubicBezTo>
                      <a:pt x="68" y="29"/>
                      <a:pt x="60" y="29"/>
                      <a:pt x="60" y="35"/>
                    </a:cubicBezTo>
                    <a:cubicBezTo>
                      <a:pt x="60" y="125"/>
                      <a:pt x="60" y="125"/>
                      <a:pt x="60" y="125"/>
                    </a:cubicBezTo>
                    <a:cubicBezTo>
                      <a:pt x="60" y="135"/>
                      <a:pt x="46" y="139"/>
                      <a:pt x="41" y="130"/>
                    </a:cubicBezTo>
                    <a:cubicBezTo>
                      <a:pt x="31" y="112"/>
                      <a:pt x="31" y="112"/>
                      <a:pt x="31" y="112"/>
                    </a:cubicBezTo>
                    <a:cubicBezTo>
                      <a:pt x="26" y="106"/>
                      <a:pt x="16" y="110"/>
                      <a:pt x="20" y="117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55" y="178"/>
                      <a:pt x="55" y="178"/>
                      <a:pt x="55" y="178"/>
                    </a:cubicBezTo>
                    <a:cubicBezTo>
                      <a:pt x="57" y="182"/>
                      <a:pt x="60" y="186"/>
                      <a:pt x="63" y="189"/>
                    </a:cubicBezTo>
                    <a:cubicBezTo>
                      <a:pt x="72" y="197"/>
                      <a:pt x="83" y="202"/>
                      <a:pt x="95" y="203"/>
                    </a:cubicBezTo>
                    <a:cubicBezTo>
                      <a:pt x="106" y="204"/>
                      <a:pt x="118" y="201"/>
                      <a:pt x="128" y="194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13"/>
              <p:cNvSpPr>
                <a:spLocks noEditPoints="1"/>
              </p:cNvSpPr>
              <p:nvPr/>
            </p:nvSpPr>
            <p:spPr bwMode="auto">
              <a:xfrm>
                <a:off x="3644" y="6839"/>
                <a:ext cx="672" cy="627"/>
              </a:xfrm>
              <a:custGeom>
                <a:avLst/>
                <a:gdLst>
                  <a:gd name="T0" fmla="*/ 70 w 192"/>
                  <a:gd name="T1" fmla="*/ 76 h 179"/>
                  <a:gd name="T2" fmla="*/ 70 w 192"/>
                  <a:gd name="T3" fmla="*/ 97 h 179"/>
                  <a:gd name="T4" fmla="*/ 50 w 192"/>
                  <a:gd name="T5" fmla="*/ 97 h 179"/>
                  <a:gd name="T6" fmla="*/ 50 w 192"/>
                  <a:gd name="T7" fmla="*/ 76 h 179"/>
                  <a:gd name="T8" fmla="*/ 96 w 192"/>
                  <a:gd name="T9" fmla="*/ 0 h 179"/>
                  <a:gd name="T10" fmla="*/ 163 w 192"/>
                  <a:gd name="T11" fmla="*/ 25 h 179"/>
                  <a:gd name="T12" fmla="*/ 163 w 192"/>
                  <a:gd name="T13" fmla="*/ 148 h 179"/>
                  <a:gd name="T14" fmla="*/ 73 w 192"/>
                  <a:gd name="T15" fmla="*/ 170 h 179"/>
                  <a:gd name="T16" fmla="*/ 31 w 192"/>
                  <a:gd name="T17" fmla="*/ 177 h 179"/>
                  <a:gd name="T18" fmla="*/ 24 w 192"/>
                  <a:gd name="T19" fmla="*/ 179 h 179"/>
                  <a:gd name="T20" fmla="*/ 13 w 192"/>
                  <a:gd name="T21" fmla="*/ 170 h 179"/>
                  <a:gd name="T22" fmla="*/ 13 w 192"/>
                  <a:gd name="T23" fmla="*/ 162 h 179"/>
                  <a:gd name="T24" fmla="*/ 5 w 192"/>
                  <a:gd name="T25" fmla="*/ 115 h 179"/>
                  <a:gd name="T26" fmla="*/ 28 w 192"/>
                  <a:gd name="T27" fmla="*/ 25 h 179"/>
                  <a:gd name="T28" fmla="*/ 153 w 192"/>
                  <a:gd name="T29" fmla="*/ 37 h 179"/>
                  <a:gd name="T30" fmla="*/ 96 w 192"/>
                  <a:gd name="T31" fmla="*/ 16 h 179"/>
                  <a:gd name="T32" fmla="*/ 14 w 192"/>
                  <a:gd name="T33" fmla="*/ 86 h 179"/>
                  <a:gd name="T34" fmla="*/ 31 w 192"/>
                  <a:gd name="T35" fmla="*/ 130 h 179"/>
                  <a:gd name="T36" fmla="*/ 28 w 192"/>
                  <a:gd name="T37" fmla="*/ 162 h 179"/>
                  <a:gd name="T38" fmla="*/ 57 w 192"/>
                  <a:gd name="T39" fmla="*/ 149 h 179"/>
                  <a:gd name="T40" fmla="*/ 96 w 192"/>
                  <a:gd name="T41" fmla="*/ 157 h 179"/>
                  <a:gd name="T42" fmla="*/ 177 w 192"/>
                  <a:gd name="T43" fmla="*/ 86 h 179"/>
                  <a:gd name="T44" fmla="*/ 64 w 192"/>
                  <a:gd name="T45" fmla="*/ 83 h 179"/>
                  <a:gd name="T46" fmla="*/ 60 w 192"/>
                  <a:gd name="T47" fmla="*/ 81 h 179"/>
                  <a:gd name="T48" fmla="*/ 55 w 192"/>
                  <a:gd name="T49" fmla="*/ 86 h 179"/>
                  <a:gd name="T50" fmla="*/ 60 w 192"/>
                  <a:gd name="T51" fmla="*/ 92 h 179"/>
                  <a:gd name="T52" fmla="*/ 65 w 192"/>
                  <a:gd name="T53" fmla="*/ 86 h 179"/>
                  <a:gd name="T54" fmla="*/ 96 w 192"/>
                  <a:gd name="T55" fmla="*/ 72 h 179"/>
                  <a:gd name="T56" fmla="*/ 105 w 192"/>
                  <a:gd name="T57" fmla="*/ 76 h 179"/>
                  <a:gd name="T58" fmla="*/ 105 w 192"/>
                  <a:gd name="T59" fmla="*/ 97 h 179"/>
                  <a:gd name="T60" fmla="*/ 86 w 192"/>
                  <a:gd name="T61" fmla="*/ 97 h 179"/>
                  <a:gd name="T62" fmla="*/ 86 w 192"/>
                  <a:gd name="T63" fmla="*/ 76 h 179"/>
                  <a:gd name="T64" fmla="*/ 99 w 192"/>
                  <a:gd name="T65" fmla="*/ 83 h 179"/>
                  <a:gd name="T66" fmla="*/ 96 w 192"/>
                  <a:gd name="T67" fmla="*/ 81 h 179"/>
                  <a:gd name="T68" fmla="*/ 90 w 192"/>
                  <a:gd name="T69" fmla="*/ 86 h 179"/>
                  <a:gd name="T70" fmla="*/ 96 w 192"/>
                  <a:gd name="T71" fmla="*/ 92 h 179"/>
                  <a:gd name="T72" fmla="*/ 101 w 192"/>
                  <a:gd name="T73" fmla="*/ 86 h 179"/>
                  <a:gd name="T74" fmla="*/ 131 w 192"/>
                  <a:gd name="T75" fmla="*/ 72 h 179"/>
                  <a:gd name="T76" fmla="*/ 141 w 192"/>
                  <a:gd name="T77" fmla="*/ 76 h 179"/>
                  <a:gd name="T78" fmla="*/ 141 w 192"/>
                  <a:gd name="T79" fmla="*/ 97 h 179"/>
                  <a:gd name="T80" fmla="*/ 121 w 192"/>
                  <a:gd name="T81" fmla="*/ 97 h 179"/>
                  <a:gd name="T82" fmla="*/ 121 w 192"/>
                  <a:gd name="T83" fmla="*/ 76 h 179"/>
                  <a:gd name="T84" fmla="*/ 135 w 192"/>
                  <a:gd name="T85" fmla="*/ 83 h 179"/>
                  <a:gd name="T86" fmla="*/ 131 w 192"/>
                  <a:gd name="T87" fmla="*/ 81 h 179"/>
                  <a:gd name="T88" fmla="*/ 126 w 192"/>
                  <a:gd name="T89" fmla="*/ 86 h 179"/>
                  <a:gd name="T90" fmla="*/ 131 w 192"/>
                  <a:gd name="T91" fmla="*/ 92 h 179"/>
                  <a:gd name="T92" fmla="*/ 136 w 192"/>
                  <a:gd name="T93" fmla="*/ 86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2" h="179">
                    <a:moveTo>
                      <a:pt x="60" y="72"/>
                    </a:moveTo>
                    <a:cubicBezTo>
                      <a:pt x="64" y="72"/>
                      <a:pt x="67" y="74"/>
                      <a:pt x="70" y="76"/>
                    </a:cubicBezTo>
                    <a:cubicBezTo>
                      <a:pt x="73" y="79"/>
                      <a:pt x="74" y="82"/>
                      <a:pt x="74" y="86"/>
                    </a:cubicBezTo>
                    <a:cubicBezTo>
                      <a:pt x="74" y="90"/>
                      <a:pt x="73" y="94"/>
                      <a:pt x="70" y="97"/>
                    </a:cubicBezTo>
                    <a:cubicBezTo>
                      <a:pt x="67" y="99"/>
                      <a:pt x="64" y="101"/>
                      <a:pt x="60" y="101"/>
                    </a:cubicBezTo>
                    <a:cubicBezTo>
                      <a:pt x="56" y="101"/>
                      <a:pt x="53" y="99"/>
                      <a:pt x="50" y="97"/>
                    </a:cubicBezTo>
                    <a:cubicBezTo>
                      <a:pt x="48" y="94"/>
                      <a:pt x="46" y="90"/>
                      <a:pt x="46" y="86"/>
                    </a:cubicBezTo>
                    <a:cubicBezTo>
                      <a:pt x="46" y="82"/>
                      <a:pt x="48" y="79"/>
                      <a:pt x="50" y="76"/>
                    </a:cubicBezTo>
                    <a:cubicBezTo>
                      <a:pt x="53" y="74"/>
                      <a:pt x="56" y="72"/>
                      <a:pt x="60" y="72"/>
                    </a:cubicBezTo>
                    <a:close/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122" y="0"/>
                      <a:pt x="146" y="10"/>
                      <a:pt x="163" y="25"/>
                    </a:cubicBezTo>
                    <a:cubicBezTo>
                      <a:pt x="181" y="41"/>
                      <a:pt x="192" y="62"/>
                      <a:pt x="192" y="86"/>
                    </a:cubicBezTo>
                    <a:cubicBezTo>
                      <a:pt x="192" y="110"/>
                      <a:pt x="181" y="132"/>
                      <a:pt x="163" y="148"/>
                    </a:cubicBezTo>
                    <a:cubicBezTo>
                      <a:pt x="146" y="163"/>
                      <a:pt x="122" y="172"/>
                      <a:pt x="96" y="172"/>
                    </a:cubicBezTo>
                    <a:cubicBezTo>
                      <a:pt x="88" y="172"/>
                      <a:pt x="80" y="172"/>
                      <a:pt x="73" y="170"/>
                    </a:cubicBezTo>
                    <a:cubicBezTo>
                      <a:pt x="66" y="169"/>
                      <a:pt x="60" y="167"/>
                      <a:pt x="54" y="164"/>
                    </a:cubicBezTo>
                    <a:cubicBezTo>
                      <a:pt x="31" y="177"/>
                      <a:pt x="31" y="177"/>
                      <a:pt x="31" y="177"/>
                    </a:cubicBezTo>
                    <a:cubicBezTo>
                      <a:pt x="29" y="178"/>
                      <a:pt x="27" y="179"/>
                      <a:pt x="24" y="179"/>
                    </a:cubicBezTo>
                    <a:cubicBezTo>
                      <a:pt x="24" y="179"/>
                      <a:pt x="24" y="179"/>
                      <a:pt x="24" y="179"/>
                    </a:cubicBezTo>
                    <a:cubicBezTo>
                      <a:pt x="22" y="178"/>
                      <a:pt x="19" y="177"/>
                      <a:pt x="17" y="176"/>
                    </a:cubicBezTo>
                    <a:cubicBezTo>
                      <a:pt x="15" y="174"/>
                      <a:pt x="14" y="172"/>
                      <a:pt x="13" y="170"/>
                    </a:cubicBezTo>
                    <a:cubicBezTo>
                      <a:pt x="13" y="170"/>
                      <a:pt x="13" y="170"/>
                      <a:pt x="13" y="170"/>
                    </a:cubicBezTo>
                    <a:cubicBezTo>
                      <a:pt x="12" y="167"/>
                      <a:pt x="12" y="165"/>
                      <a:pt x="13" y="162"/>
                    </a:cubicBezTo>
                    <a:cubicBezTo>
                      <a:pt x="18" y="137"/>
                      <a:pt x="18" y="137"/>
                      <a:pt x="18" y="137"/>
                    </a:cubicBezTo>
                    <a:cubicBezTo>
                      <a:pt x="13" y="131"/>
                      <a:pt x="8" y="123"/>
                      <a:pt x="5" y="115"/>
                    </a:cubicBezTo>
                    <a:cubicBezTo>
                      <a:pt x="2" y="106"/>
                      <a:pt x="0" y="96"/>
                      <a:pt x="0" y="86"/>
                    </a:cubicBezTo>
                    <a:cubicBezTo>
                      <a:pt x="0" y="62"/>
                      <a:pt x="10" y="41"/>
                      <a:pt x="28" y="25"/>
                    </a:cubicBezTo>
                    <a:cubicBezTo>
                      <a:pt x="45" y="10"/>
                      <a:pt x="69" y="0"/>
                      <a:pt x="96" y="0"/>
                    </a:cubicBezTo>
                    <a:close/>
                    <a:moveTo>
                      <a:pt x="153" y="37"/>
                    </a:moveTo>
                    <a:cubicBezTo>
                      <a:pt x="153" y="37"/>
                      <a:pt x="153" y="37"/>
                      <a:pt x="153" y="37"/>
                    </a:cubicBezTo>
                    <a:cubicBezTo>
                      <a:pt x="139" y="24"/>
                      <a:pt x="118" y="16"/>
                      <a:pt x="96" y="16"/>
                    </a:cubicBezTo>
                    <a:cubicBezTo>
                      <a:pt x="73" y="16"/>
                      <a:pt x="52" y="24"/>
                      <a:pt x="38" y="37"/>
                    </a:cubicBezTo>
                    <a:cubicBezTo>
                      <a:pt x="23" y="49"/>
                      <a:pt x="14" y="67"/>
                      <a:pt x="14" y="86"/>
                    </a:cubicBezTo>
                    <a:cubicBezTo>
                      <a:pt x="14" y="94"/>
                      <a:pt x="16" y="102"/>
                      <a:pt x="19" y="109"/>
                    </a:cubicBezTo>
                    <a:cubicBezTo>
                      <a:pt x="22" y="117"/>
                      <a:pt x="26" y="124"/>
                      <a:pt x="31" y="130"/>
                    </a:cubicBezTo>
                    <a:cubicBezTo>
                      <a:pt x="33" y="131"/>
                      <a:pt x="34" y="134"/>
                      <a:pt x="33" y="137"/>
                    </a:cubicBezTo>
                    <a:cubicBezTo>
                      <a:pt x="28" y="162"/>
                      <a:pt x="28" y="162"/>
                      <a:pt x="28" y="162"/>
                    </a:cubicBezTo>
                    <a:cubicBezTo>
                      <a:pt x="51" y="149"/>
                      <a:pt x="51" y="149"/>
                      <a:pt x="51" y="149"/>
                    </a:cubicBezTo>
                    <a:cubicBezTo>
                      <a:pt x="53" y="148"/>
                      <a:pt x="55" y="148"/>
                      <a:pt x="57" y="149"/>
                    </a:cubicBezTo>
                    <a:cubicBezTo>
                      <a:pt x="63" y="152"/>
                      <a:pt x="69" y="154"/>
                      <a:pt x="76" y="155"/>
                    </a:cubicBezTo>
                    <a:cubicBezTo>
                      <a:pt x="82" y="157"/>
                      <a:pt x="89" y="157"/>
                      <a:pt x="96" y="157"/>
                    </a:cubicBezTo>
                    <a:cubicBezTo>
                      <a:pt x="118" y="157"/>
                      <a:pt x="139" y="149"/>
                      <a:pt x="153" y="136"/>
                    </a:cubicBezTo>
                    <a:cubicBezTo>
                      <a:pt x="168" y="123"/>
                      <a:pt x="177" y="106"/>
                      <a:pt x="177" y="86"/>
                    </a:cubicBezTo>
                    <a:cubicBezTo>
                      <a:pt x="177" y="67"/>
                      <a:pt x="168" y="49"/>
                      <a:pt x="153" y="37"/>
                    </a:cubicBezTo>
                    <a:close/>
                    <a:moveTo>
                      <a:pt x="64" y="83"/>
                    </a:moveTo>
                    <a:cubicBezTo>
                      <a:pt x="64" y="83"/>
                      <a:pt x="64" y="83"/>
                      <a:pt x="64" y="83"/>
                    </a:cubicBezTo>
                    <a:cubicBezTo>
                      <a:pt x="63" y="82"/>
                      <a:pt x="62" y="81"/>
                      <a:pt x="60" y="81"/>
                    </a:cubicBezTo>
                    <a:cubicBezTo>
                      <a:pt x="59" y="81"/>
                      <a:pt x="57" y="82"/>
                      <a:pt x="56" y="83"/>
                    </a:cubicBezTo>
                    <a:cubicBezTo>
                      <a:pt x="56" y="84"/>
                      <a:pt x="55" y="85"/>
                      <a:pt x="55" y="86"/>
                    </a:cubicBezTo>
                    <a:cubicBezTo>
                      <a:pt x="55" y="88"/>
                      <a:pt x="56" y="89"/>
                      <a:pt x="56" y="90"/>
                    </a:cubicBezTo>
                    <a:cubicBezTo>
                      <a:pt x="57" y="91"/>
                      <a:pt x="59" y="92"/>
                      <a:pt x="60" y="92"/>
                    </a:cubicBezTo>
                    <a:cubicBezTo>
                      <a:pt x="62" y="92"/>
                      <a:pt x="63" y="91"/>
                      <a:pt x="64" y="90"/>
                    </a:cubicBezTo>
                    <a:cubicBezTo>
                      <a:pt x="65" y="89"/>
                      <a:pt x="65" y="88"/>
                      <a:pt x="65" y="86"/>
                    </a:cubicBezTo>
                    <a:cubicBezTo>
                      <a:pt x="65" y="85"/>
                      <a:pt x="65" y="84"/>
                      <a:pt x="64" y="83"/>
                    </a:cubicBezTo>
                    <a:close/>
                    <a:moveTo>
                      <a:pt x="96" y="72"/>
                    </a:moveTo>
                    <a:cubicBezTo>
                      <a:pt x="96" y="72"/>
                      <a:pt x="96" y="72"/>
                      <a:pt x="96" y="72"/>
                    </a:cubicBezTo>
                    <a:cubicBezTo>
                      <a:pt x="99" y="72"/>
                      <a:pt x="103" y="74"/>
                      <a:pt x="105" y="76"/>
                    </a:cubicBezTo>
                    <a:cubicBezTo>
                      <a:pt x="108" y="79"/>
                      <a:pt x="110" y="82"/>
                      <a:pt x="110" y="86"/>
                    </a:cubicBezTo>
                    <a:cubicBezTo>
                      <a:pt x="110" y="90"/>
                      <a:pt x="108" y="94"/>
                      <a:pt x="105" y="97"/>
                    </a:cubicBezTo>
                    <a:cubicBezTo>
                      <a:pt x="103" y="99"/>
                      <a:pt x="99" y="101"/>
                      <a:pt x="96" y="101"/>
                    </a:cubicBezTo>
                    <a:cubicBezTo>
                      <a:pt x="92" y="101"/>
                      <a:pt x="88" y="99"/>
                      <a:pt x="86" y="97"/>
                    </a:cubicBezTo>
                    <a:cubicBezTo>
                      <a:pt x="83" y="94"/>
                      <a:pt x="82" y="90"/>
                      <a:pt x="82" y="86"/>
                    </a:cubicBezTo>
                    <a:cubicBezTo>
                      <a:pt x="82" y="82"/>
                      <a:pt x="83" y="79"/>
                      <a:pt x="86" y="76"/>
                    </a:cubicBezTo>
                    <a:cubicBezTo>
                      <a:pt x="88" y="74"/>
                      <a:pt x="92" y="72"/>
                      <a:pt x="96" y="72"/>
                    </a:cubicBezTo>
                    <a:close/>
                    <a:moveTo>
                      <a:pt x="99" y="83"/>
                    </a:moveTo>
                    <a:cubicBezTo>
                      <a:pt x="99" y="83"/>
                      <a:pt x="99" y="83"/>
                      <a:pt x="99" y="83"/>
                    </a:cubicBezTo>
                    <a:cubicBezTo>
                      <a:pt x="98" y="82"/>
                      <a:pt x="97" y="81"/>
                      <a:pt x="96" y="81"/>
                    </a:cubicBezTo>
                    <a:cubicBezTo>
                      <a:pt x="94" y="81"/>
                      <a:pt x="93" y="82"/>
                      <a:pt x="92" y="83"/>
                    </a:cubicBezTo>
                    <a:cubicBezTo>
                      <a:pt x="91" y="84"/>
                      <a:pt x="90" y="85"/>
                      <a:pt x="90" y="86"/>
                    </a:cubicBezTo>
                    <a:cubicBezTo>
                      <a:pt x="90" y="88"/>
                      <a:pt x="91" y="89"/>
                      <a:pt x="92" y="90"/>
                    </a:cubicBezTo>
                    <a:cubicBezTo>
                      <a:pt x="93" y="91"/>
                      <a:pt x="94" y="92"/>
                      <a:pt x="96" y="92"/>
                    </a:cubicBezTo>
                    <a:cubicBezTo>
                      <a:pt x="97" y="92"/>
                      <a:pt x="98" y="91"/>
                      <a:pt x="99" y="90"/>
                    </a:cubicBezTo>
                    <a:cubicBezTo>
                      <a:pt x="100" y="89"/>
                      <a:pt x="101" y="88"/>
                      <a:pt x="101" y="86"/>
                    </a:cubicBezTo>
                    <a:cubicBezTo>
                      <a:pt x="101" y="85"/>
                      <a:pt x="100" y="84"/>
                      <a:pt x="99" y="83"/>
                    </a:cubicBezTo>
                    <a:close/>
                    <a:moveTo>
                      <a:pt x="131" y="72"/>
                    </a:moveTo>
                    <a:cubicBezTo>
                      <a:pt x="131" y="72"/>
                      <a:pt x="131" y="72"/>
                      <a:pt x="131" y="72"/>
                    </a:cubicBezTo>
                    <a:cubicBezTo>
                      <a:pt x="135" y="72"/>
                      <a:pt x="138" y="74"/>
                      <a:pt x="141" y="76"/>
                    </a:cubicBezTo>
                    <a:cubicBezTo>
                      <a:pt x="143" y="79"/>
                      <a:pt x="145" y="82"/>
                      <a:pt x="145" y="86"/>
                    </a:cubicBezTo>
                    <a:cubicBezTo>
                      <a:pt x="145" y="90"/>
                      <a:pt x="143" y="94"/>
                      <a:pt x="141" y="97"/>
                    </a:cubicBezTo>
                    <a:cubicBezTo>
                      <a:pt x="138" y="99"/>
                      <a:pt x="135" y="101"/>
                      <a:pt x="131" y="101"/>
                    </a:cubicBezTo>
                    <a:cubicBezTo>
                      <a:pt x="127" y="101"/>
                      <a:pt x="124" y="99"/>
                      <a:pt x="121" y="97"/>
                    </a:cubicBezTo>
                    <a:cubicBezTo>
                      <a:pt x="119" y="94"/>
                      <a:pt x="117" y="90"/>
                      <a:pt x="117" y="86"/>
                    </a:cubicBezTo>
                    <a:cubicBezTo>
                      <a:pt x="117" y="82"/>
                      <a:pt x="119" y="79"/>
                      <a:pt x="121" y="76"/>
                    </a:cubicBezTo>
                    <a:cubicBezTo>
                      <a:pt x="124" y="74"/>
                      <a:pt x="127" y="72"/>
                      <a:pt x="131" y="72"/>
                    </a:cubicBezTo>
                    <a:close/>
                    <a:moveTo>
                      <a:pt x="135" y="83"/>
                    </a:moveTo>
                    <a:cubicBezTo>
                      <a:pt x="135" y="83"/>
                      <a:pt x="135" y="83"/>
                      <a:pt x="135" y="83"/>
                    </a:cubicBezTo>
                    <a:cubicBezTo>
                      <a:pt x="134" y="82"/>
                      <a:pt x="132" y="81"/>
                      <a:pt x="131" y="81"/>
                    </a:cubicBezTo>
                    <a:cubicBezTo>
                      <a:pt x="130" y="81"/>
                      <a:pt x="128" y="82"/>
                      <a:pt x="127" y="83"/>
                    </a:cubicBezTo>
                    <a:cubicBezTo>
                      <a:pt x="126" y="84"/>
                      <a:pt x="126" y="85"/>
                      <a:pt x="126" y="86"/>
                    </a:cubicBezTo>
                    <a:cubicBezTo>
                      <a:pt x="126" y="88"/>
                      <a:pt x="126" y="89"/>
                      <a:pt x="127" y="90"/>
                    </a:cubicBezTo>
                    <a:cubicBezTo>
                      <a:pt x="128" y="91"/>
                      <a:pt x="130" y="92"/>
                      <a:pt x="131" y="92"/>
                    </a:cubicBezTo>
                    <a:cubicBezTo>
                      <a:pt x="132" y="92"/>
                      <a:pt x="134" y="91"/>
                      <a:pt x="135" y="90"/>
                    </a:cubicBezTo>
                    <a:cubicBezTo>
                      <a:pt x="136" y="89"/>
                      <a:pt x="136" y="88"/>
                      <a:pt x="136" y="86"/>
                    </a:cubicBezTo>
                    <a:cubicBezTo>
                      <a:pt x="136" y="85"/>
                      <a:pt x="136" y="84"/>
                      <a:pt x="135" y="83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8078" y="5211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rgbClr val="FFFFFF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01</a:t>
                </a:r>
                <a:endParaRPr lang="en-US" altLang="zh-CN" sz="2400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6703" y="6172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  <a:endParaRPr lang="en-US" altLang="zh-CN" sz="12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9593" y="4828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02</a:t>
                </a:r>
                <a:endPara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8750" y="3906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TEXT HERE</a:t>
                </a:r>
                <a:endPara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0093" y="6172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rgbClr val="FFFFFF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03</a:t>
                </a:r>
                <a:endParaRPr lang="en-US" altLang="zh-CN" sz="2400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10795" y="5642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  <a:endParaRPr lang="en-US" altLang="zh-CN" sz="12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8601" y="6650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04</a:t>
                </a:r>
                <a:endPara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8750" y="7967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  <a:endPara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2637" y="3804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1C4F90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8" name="矩形 47"/>
              <p:cNvSpPr>
                <a:spLocks noChangeArrowheads="1"/>
              </p:cNvSpPr>
              <p:nvPr/>
            </p:nvSpPr>
            <p:spPr bwMode="auto">
              <a:xfrm>
                <a:off x="2149" y="4349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2635" y="7698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1C4F90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60" name="矩形 47"/>
              <p:cNvSpPr>
                <a:spLocks noChangeArrowheads="1"/>
              </p:cNvSpPr>
              <p:nvPr/>
            </p:nvSpPr>
            <p:spPr bwMode="auto">
              <a:xfrm>
                <a:off x="2147" y="8243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13755" y="3804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1C4F90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62" name="矩形 47"/>
              <p:cNvSpPr>
                <a:spLocks noChangeArrowheads="1"/>
              </p:cNvSpPr>
              <p:nvPr/>
            </p:nvSpPr>
            <p:spPr bwMode="auto">
              <a:xfrm>
                <a:off x="13267" y="4349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3753" y="7698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  <a:endParaRPr lang="zh-CN" altLang="en-US" sz="2000" b="1" dirty="0">
                  <a:solidFill>
                    <a:srgbClr val="1C4F90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64" name="矩形 47"/>
              <p:cNvSpPr>
                <a:spLocks noChangeArrowheads="1"/>
              </p:cNvSpPr>
              <p:nvPr/>
            </p:nvSpPr>
            <p:spPr bwMode="auto">
              <a:xfrm>
                <a:off x="13265" y="8243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9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9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9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66" name="直角三角形 65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直角三角形 6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395075" cy="5655945"/>
            <a:chOff x="-359" y="0"/>
            <a:chExt cx="17945" cy="8907"/>
          </a:xfrm>
        </p:grpSpPr>
        <p:pic>
          <p:nvPicPr>
            <p:cNvPr id="17" name="图片 16" descr="C:\Users\Administrator\Downloads\02.千库\毕业答辩\千库网_笔记同学摄影图_摄影图编号84242.jpg千库网_笔记同学摄影图_摄影图编号84242"/>
            <p:cNvPicPr>
              <a:picLocks noChangeAspect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>
            <a:xfrm>
              <a:off x="1424" y="2862"/>
              <a:ext cx="8431" cy="6044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10095" y="2927"/>
              <a:ext cx="7491" cy="1224"/>
            </a:xfrm>
            <a:prstGeom prst="rect">
              <a:avLst/>
            </a:prstGeom>
            <a:noFill/>
            <a:ln w="25400">
              <a:solidFill>
                <a:srgbClr val="1C4F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6499" y="2927"/>
              <a:ext cx="1070" cy="1207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095" y="4510"/>
              <a:ext cx="7491" cy="1224"/>
            </a:xfrm>
            <a:prstGeom prst="rect">
              <a:avLst/>
            </a:prstGeom>
            <a:noFill/>
            <a:ln w="25400"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6499" y="4536"/>
              <a:ext cx="1070" cy="1199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095" y="6100"/>
              <a:ext cx="7491" cy="1224"/>
            </a:xfrm>
            <a:prstGeom prst="rect">
              <a:avLst/>
            </a:prstGeom>
            <a:noFill/>
            <a:ln w="25400">
              <a:solidFill>
                <a:srgbClr val="1C4F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6499" y="6111"/>
              <a:ext cx="1070" cy="1199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095" y="7683"/>
              <a:ext cx="7491" cy="1224"/>
            </a:xfrm>
            <a:prstGeom prst="rect">
              <a:avLst/>
            </a:prstGeom>
            <a:noFill/>
            <a:ln w="25400"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6516" y="7683"/>
              <a:ext cx="1070" cy="1223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76" name="组合 175"/>
            <p:cNvGrpSpPr/>
            <p:nvPr/>
          </p:nvGrpSpPr>
          <p:grpSpPr>
            <a:xfrm>
              <a:off x="16648" y="4785"/>
              <a:ext cx="806" cy="668"/>
              <a:chOff x="5849" y="4994"/>
              <a:chExt cx="890" cy="718"/>
            </a:xfrm>
            <a:solidFill>
              <a:schemeClr val="bg1"/>
            </a:solidFill>
          </p:grpSpPr>
          <p:sp>
            <p:nvSpPr>
              <p:cNvPr id="210" name="Freeform 45"/>
              <p:cNvSpPr/>
              <p:nvPr/>
            </p:nvSpPr>
            <p:spPr bwMode="auto">
              <a:xfrm>
                <a:off x="5964" y="5282"/>
                <a:ext cx="296" cy="58"/>
              </a:xfrm>
              <a:custGeom>
                <a:avLst/>
                <a:gdLst>
                  <a:gd name="T0" fmla="*/ 81 w 90"/>
                  <a:gd name="T1" fmla="*/ 18 h 18"/>
                  <a:gd name="T2" fmla="*/ 9 w 90"/>
                  <a:gd name="T3" fmla="*/ 18 h 18"/>
                  <a:gd name="T4" fmla="*/ 0 w 90"/>
                  <a:gd name="T5" fmla="*/ 9 h 18"/>
                  <a:gd name="T6" fmla="*/ 9 w 90"/>
                  <a:gd name="T7" fmla="*/ 0 h 18"/>
                  <a:gd name="T8" fmla="*/ 81 w 90"/>
                  <a:gd name="T9" fmla="*/ 0 h 18"/>
                  <a:gd name="T10" fmla="*/ 90 w 90"/>
                  <a:gd name="T11" fmla="*/ 9 h 18"/>
                  <a:gd name="T12" fmla="*/ 81 w 90"/>
                  <a:gd name="T13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18">
                    <a:moveTo>
                      <a:pt x="81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6" y="0"/>
                      <a:pt x="90" y="4"/>
                      <a:pt x="90" y="9"/>
                    </a:cubicBezTo>
                    <a:cubicBezTo>
                      <a:pt x="90" y="14"/>
                      <a:pt x="86" y="18"/>
                      <a:pt x="81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1" name="Freeform 46"/>
              <p:cNvSpPr/>
              <p:nvPr/>
            </p:nvSpPr>
            <p:spPr bwMode="auto">
              <a:xfrm>
                <a:off x="6001" y="5288"/>
                <a:ext cx="55" cy="120"/>
              </a:xfrm>
              <a:custGeom>
                <a:avLst/>
                <a:gdLst>
                  <a:gd name="T0" fmla="*/ 9 w 17"/>
                  <a:gd name="T1" fmla="*/ 37 h 37"/>
                  <a:gd name="T2" fmla="*/ 0 w 17"/>
                  <a:gd name="T3" fmla="*/ 28 h 37"/>
                  <a:gd name="T4" fmla="*/ 0 w 17"/>
                  <a:gd name="T5" fmla="*/ 9 h 37"/>
                  <a:gd name="T6" fmla="*/ 9 w 17"/>
                  <a:gd name="T7" fmla="*/ 0 h 37"/>
                  <a:gd name="T8" fmla="*/ 17 w 17"/>
                  <a:gd name="T9" fmla="*/ 9 h 37"/>
                  <a:gd name="T10" fmla="*/ 17 w 17"/>
                  <a:gd name="T11" fmla="*/ 28 h 37"/>
                  <a:gd name="T12" fmla="*/ 9 w 17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37">
                    <a:moveTo>
                      <a:pt x="9" y="37"/>
                    </a:moveTo>
                    <a:cubicBezTo>
                      <a:pt x="4" y="37"/>
                      <a:pt x="0" y="33"/>
                      <a:pt x="0" y="2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3" y="0"/>
                      <a:pt x="17" y="4"/>
                      <a:pt x="17" y="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3"/>
                      <a:pt x="13" y="37"/>
                      <a:pt x="9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2" name="Freeform 47"/>
              <p:cNvSpPr/>
              <p:nvPr/>
            </p:nvSpPr>
            <p:spPr bwMode="auto">
              <a:xfrm>
                <a:off x="6069" y="5288"/>
                <a:ext cx="60" cy="120"/>
              </a:xfrm>
              <a:custGeom>
                <a:avLst/>
                <a:gdLst>
                  <a:gd name="T0" fmla="*/ 9 w 18"/>
                  <a:gd name="T1" fmla="*/ 37 h 37"/>
                  <a:gd name="T2" fmla="*/ 0 w 18"/>
                  <a:gd name="T3" fmla="*/ 28 h 37"/>
                  <a:gd name="T4" fmla="*/ 0 w 18"/>
                  <a:gd name="T5" fmla="*/ 9 h 37"/>
                  <a:gd name="T6" fmla="*/ 9 w 18"/>
                  <a:gd name="T7" fmla="*/ 0 h 37"/>
                  <a:gd name="T8" fmla="*/ 18 w 18"/>
                  <a:gd name="T9" fmla="*/ 9 h 37"/>
                  <a:gd name="T10" fmla="*/ 18 w 18"/>
                  <a:gd name="T11" fmla="*/ 28 h 37"/>
                  <a:gd name="T12" fmla="*/ 9 w 18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37">
                    <a:moveTo>
                      <a:pt x="9" y="37"/>
                    </a:moveTo>
                    <a:cubicBezTo>
                      <a:pt x="4" y="37"/>
                      <a:pt x="0" y="33"/>
                      <a:pt x="0" y="2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4" y="0"/>
                      <a:pt x="18" y="4"/>
                      <a:pt x="18" y="9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33"/>
                      <a:pt x="14" y="37"/>
                      <a:pt x="9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3" name="Freeform 48"/>
              <p:cNvSpPr>
                <a:spLocks noEditPoints="1"/>
              </p:cNvSpPr>
              <p:nvPr/>
            </p:nvSpPr>
            <p:spPr bwMode="auto">
              <a:xfrm>
                <a:off x="6213" y="5185"/>
                <a:ext cx="168" cy="251"/>
              </a:xfrm>
              <a:custGeom>
                <a:avLst/>
                <a:gdLst>
                  <a:gd name="T0" fmla="*/ 25 w 51"/>
                  <a:gd name="T1" fmla="*/ 76 h 76"/>
                  <a:gd name="T2" fmla="*/ 0 w 51"/>
                  <a:gd name="T3" fmla="*/ 50 h 76"/>
                  <a:gd name="T4" fmla="*/ 0 w 51"/>
                  <a:gd name="T5" fmla="*/ 26 h 76"/>
                  <a:gd name="T6" fmla="*/ 25 w 51"/>
                  <a:gd name="T7" fmla="*/ 0 h 76"/>
                  <a:gd name="T8" fmla="*/ 51 w 51"/>
                  <a:gd name="T9" fmla="*/ 26 h 76"/>
                  <a:gd name="T10" fmla="*/ 51 w 51"/>
                  <a:gd name="T11" fmla="*/ 50 h 76"/>
                  <a:gd name="T12" fmla="*/ 25 w 51"/>
                  <a:gd name="T13" fmla="*/ 76 h 76"/>
                  <a:gd name="T14" fmla="*/ 25 w 51"/>
                  <a:gd name="T15" fmla="*/ 18 h 76"/>
                  <a:gd name="T16" fmla="*/ 17 w 51"/>
                  <a:gd name="T17" fmla="*/ 26 h 76"/>
                  <a:gd name="T18" fmla="*/ 17 w 51"/>
                  <a:gd name="T19" fmla="*/ 50 h 76"/>
                  <a:gd name="T20" fmla="*/ 25 w 51"/>
                  <a:gd name="T21" fmla="*/ 58 h 76"/>
                  <a:gd name="T22" fmla="*/ 34 w 51"/>
                  <a:gd name="T23" fmla="*/ 50 h 76"/>
                  <a:gd name="T24" fmla="*/ 34 w 51"/>
                  <a:gd name="T25" fmla="*/ 26 h 76"/>
                  <a:gd name="T26" fmla="*/ 25 w 51"/>
                  <a:gd name="T27" fmla="*/ 1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76">
                    <a:moveTo>
                      <a:pt x="25" y="76"/>
                    </a:moveTo>
                    <a:cubicBezTo>
                      <a:pt x="11" y="76"/>
                      <a:pt x="0" y="64"/>
                      <a:pt x="0" y="5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12"/>
                      <a:pt x="11" y="0"/>
                      <a:pt x="25" y="0"/>
                    </a:cubicBezTo>
                    <a:cubicBezTo>
                      <a:pt x="40" y="0"/>
                      <a:pt x="51" y="12"/>
                      <a:pt x="51" y="26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64"/>
                      <a:pt x="40" y="76"/>
                      <a:pt x="25" y="76"/>
                    </a:cubicBezTo>
                    <a:close/>
                    <a:moveTo>
                      <a:pt x="25" y="18"/>
                    </a:moveTo>
                    <a:cubicBezTo>
                      <a:pt x="21" y="18"/>
                      <a:pt x="17" y="22"/>
                      <a:pt x="17" y="26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7" y="55"/>
                      <a:pt x="21" y="58"/>
                      <a:pt x="25" y="58"/>
                    </a:cubicBezTo>
                    <a:cubicBezTo>
                      <a:pt x="30" y="58"/>
                      <a:pt x="34" y="55"/>
                      <a:pt x="34" y="50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4" y="22"/>
                      <a:pt x="30" y="18"/>
                      <a:pt x="25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4" name="Freeform 49"/>
              <p:cNvSpPr>
                <a:spLocks noEditPoints="1"/>
              </p:cNvSpPr>
              <p:nvPr/>
            </p:nvSpPr>
            <p:spPr bwMode="auto">
              <a:xfrm>
                <a:off x="5849" y="4994"/>
                <a:ext cx="890" cy="718"/>
              </a:xfrm>
              <a:custGeom>
                <a:avLst/>
                <a:gdLst>
                  <a:gd name="T0" fmla="*/ 259 w 271"/>
                  <a:gd name="T1" fmla="*/ 181 h 218"/>
                  <a:gd name="T2" fmla="*/ 207 w 271"/>
                  <a:gd name="T3" fmla="*/ 147 h 218"/>
                  <a:gd name="T4" fmla="*/ 192 w 271"/>
                  <a:gd name="T5" fmla="*/ 145 h 218"/>
                  <a:gd name="T6" fmla="*/ 187 w 271"/>
                  <a:gd name="T7" fmla="*/ 147 h 218"/>
                  <a:gd name="T8" fmla="*/ 178 w 271"/>
                  <a:gd name="T9" fmla="*/ 141 h 218"/>
                  <a:gd name="T10" fmla="*/ 187 w 271"/>
                  <a:gd name="T11" fmla="*/ 77 h 218"/>
                  <a:gd name="T12" fmla="*/ 78 w 271"/>
                  <a:gd name="T13" fmla="*/ 11 h 218"/>
                  <a:gd name="T14" fmla="*/ 12 w 271"/>
                  <a:gd name="T15" fmla="*/ 120 h 218"/>
                  <a:gd name="T16" fmla="*/ 121 w 271"/>
                  <a:gd name="T17" fmla="*/ 186 h 218"/>
                  <a:gd name="T18" fmla="*/ 168 w 271"/>
                  <a:gd name="T19" fmla="*/ 157 h 218"/>
                  <a:gd name="T20" fmla="*/ 177 w 271"/>
                  <a:gd name="T21" fmla="*/ 163 h 218"/>
                  <a:gd name="T22" fmla="*/ 185 w 271"/>
                  <a:gd name="T23" fmla="*/ 180 h 218"/>
                  <a:gd name="T24" fmla="*/ 238 w 271"/>
                  <a:gd name="T25" fmla="*/ 214 h 218"/>
                  <a:gd name="T26" fmla="*/ 253 w 271"/>
                  <a:gd name="T27" fmla="*/ 217 h 218"/>
                  <a:gd name="T28" fmla="*/ 265 w 271"/>
                  <a:gd name="T29" fmla="*/ 208 h 218"/>
                  <a:gd name="T30" fmla="*/ 259 w 271"/>
                  <a:gd name="T31" fmla="*/ 181 h 218"/>
                  <a:gd name="T32" fmla="*/ 117 w 271"/>
                  <a:gd name="T33" fmla="*/ 170 h 218"/>
                  <a:gd name="T34" fmla="*/ 28 w 271"/>
                  <a:gd name="T35" fmla="*/ 116 h 218"/>
                  <a:gd name="T36" fmla="*/ 82 w 271"/>
                  <a:gd name="T37" fmla="*/ 27 h 218"/>
                  <a:gd name="T38" fmla="*/ 170 w 271"/>
                  <a:gd name="T39" fmla="*/ 81 h 218"/>
                  <a:gd name="T40" fmla="*/ 117 w 271"/>
                  <a:gd name="T41" fmla="*/ 170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18">
                    <a:moveTo>
                      <a:pt x="259" y="181"/>
                    </a:moveTo>
                    <a:cubicBezTo>
                      <a:pt x="207" y="147"/>
                      <a:pt x="207" y="147"/>
                      <a:pt x="207" y="147"/>
                    </a:cubicBezTo>
                    <a:cubicBezTo>
                      <a:pt x="202" y="144"/>
                      <a:pt x="197" y="144"/>
                      <a:pt x="192" y="145"/>
                    </a:cubicBezTo>
                    <a:cubicBezTo>
                      <a:pt x="190" y="145"/>
                      <a:pt x="188" y="146"/>
                      <a:pt x="187" y="147"/>
                    </a:cubicBezTo>
                    <a:cubicBezTo>
                      <a:pt x="178" y="141"/>
                      <a:pt x="178" y="141"/>
                      <a:pt x="178" y="141"/>
                    </a:cubicBezTo>
                    <a:cubicBezTo>
                      <a:pt x="188" y="122"/>
                      <a:pt x="192" y="100"/>
                      <a:pt x="187" y="77"/>
                    </a:cubicBezTo>
                    <a:cubicBezTo>
                      <a:pt x="175" y="29"/>
                      <a:pt x="126" y="0"/>
                      <a:pt x="78" y="11"/>
                    </a:cubicBezTo>
                    <a:cubicBezTo>
                      <a:pt x="30" y="23"/>
                      <a:pt x="0" y="72"/>
                      <a:pt x="12" y="120"/>
                    </a:cubicBezTo>
                    <a:cubicBezTo>
                      <a:pt x="24" y="168"/>
                      <a:pt x="72" y="197"/>
                      <a:pt x="121" y="186"/>
                    </a:cubicBezTo>
                    <a:cubicBezTo>
                      <a:pt x="140" y="181"/>
                      <a:pt x="156" y="171"/>
                      <a:pt x="168" y="157"/>
                    </a:cubicBezTo>
                    <a:cubicBezTo>
                      <a:pt x="177" y="163"/>
                      <a:pt x="177" y="163"/>
                      <a:pt x="177" y="163"/>
                    </a:cubicBezTo>
                    <a:cubicBezTo>
                      <a:pt x="176" y="169"/>
                      <a:pt x="179" y="176"/>
                      <a:pt x="185" y="180"/>
                    </a:cubicBezTo>
                    <a:cubicBezTo>
                      <a:pt x="238" y="214"/>
                      <a:pt x="238" y="214"/>
                      <a:pt x="238" y="214"/>
                    </a:cubicBezTo>
                    <a:cubicBezTo>
                      <a:pt x="242" y="217"/>
                      <a:pt x="248" y="218"/>
                      <a:pt x="253" y="217"/>
                    </a:cubicBezTo>
                    <a:cubicBezTo>
                      <a:pt x="258" y="216"/>
                      <a:pt x="262" y="213"/>
                      <a:pt x="265" y="208"/>
                    </a:cubicBezTo>
                    <a:cubicBezTo>
                      <a:pt x="271" y="199"/>
                      <a:pt x="268" y="187"/>
                      <a:pt x="259" y="181"/>
                    </a:cubicBezTo>
                    <a:close/>
                    <a:moveTo>
                      <a:pt x="117" y="170"/>
                    </a:moveTo>
                    <a:cubicBezTo>
                      <a:pt x="77" y="179"/>
                      <a:pt x="38" y="155"/>
                      <a:pt x="28" y="116"/>
                    </a:cubicBezTo>
                    <a:cubicBezTo>
                      <a:pt x="19" y="76"/>
                      <a:pt x="43" y="37"/>
                      <a:pt x="82" y="27"/>
                    </a:cubicBezTo>
                    <a:cubicBezTo>
                      <a:pt x="121" y="18"/>
                      <a:pt x="161" y="42"/>
                      <a:pt x="170" y="81"/>
                    </a:cubicBezTo>
                    <a:cubicBezTo>
                      <a:pt x="180" y="121"/>
                      <a:pt x="156" y="160"/>
                      <a:pt x="117" y="1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0310" y="304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310" y="456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369" y="6169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310" y="772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16751" y="6459"/>
              <a:ext cx="651" cy="570"/>
              <a:chOff x="8415" y="6739"/>
              <a:chExt cx="560" cy="492"/>
            </a:xfrm>
            <a:solidFill>
              <a:schemeClr val="bg1"/>
            </a:solidFill>
          </p:grpSpPr>
          <p:sp>
            <p:nvSpPr>
              <p:cNvPr id="58" name="Freeform14"/>
              <p:cNvSpPr/>
              <p:nvPr/>
            </p:nvSpPr>
            <p:spPr bwMode="auto">
              <a:xfrm>
                <a:off x="8466" y="6761"/>
                <a:ext cx="209" cy="450"/>
              </a:xfrm>
              <a:custGeom>
                <a:avLst/>
                <a:gdLst>
                  <a:gd name="T0" fmla="*/ 52 w 59"/>
                  <a:gd name="T1" fmla="*/ 5 h 126"/>
                  <a:gd name="T2" fmla="*/ 9 w 59"/>
                  <a:gd name="T3" fmla="*/ 38 h 126"/>
                  <a:gd name="T4" fmla="*/ 0 w 59"/>
                  <a:gd name="T5" fmla="*/ 39 h 126"/>
                  <a:gd name="T6" fmla="*/ 0 w 59"/>
                  <a:gd name="T7" fmla="*/ 86 h 126"/>
                  <a:gd name="T8" fmla="*/ 9 w 59"/>
                  <a:gd name="T9" fmla="*/ 88 h 126"/>
                  <a:gd name="T10" fmla="*/ 51 w 59"/>
                  <a:gd name="T11" fmla="*/ 119 h 126"/>
                  <a:gd name="T12" fmla="*/ 59 w 59"/>
                  <a:gd name="T13" fmla="*/ 119 h 126"/>
                  <a:gd name="T14" fmla="*/ 59 w 59"/>
                  <a:gd name="T15" fmla="*/ 5 h 126"/>
                  <a:gd name="T16" fmla="*/ 52 w 59"/>
                  <a:gd name="T17" fmla="*/ 5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126">
                    <a:moveTo>
                      <a:pt x="52" y="5"/>
                    </a:moveTo>
                    <a:cubicBezTo>
                      <a:pt x="9" y="38"/>
                      <a:pt x="9" y="38"/>
                      <a:pt x="9" y="38"/>
                    </a:cubicBezTo>
                    <a:cubicBezTo>
                      <a:pt x="9" y="38"/>
                      <a:pt x="5" y="38"/>
                      <a:pt x="0" y="39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5" y="87"/>
                      <a:pt x="9" y="88"/>
                      <a:pt x="9" y="88"/>
                    </a:cubicBezTo>
                    <a:cubicBezTo>
                      <a:pt x="51" y="119"/>
                      <a:pt x="51" y="119"/>
                      <a:pt x="51" y="119"/>
                    </a:cubicBezTo>
                    <a:cubicBezTo>
                      <a:pt x="51" y="119"/>
                      <a:pt x="59" y="126"/>
                      <a:pt x="59" y="119"/>
                    </a:cubicBezTo>
                    <a:cubicBezTo>
                      <a:pt x="59" y="112"/>
                      <a:pt x="59" y="11"/>
                      <a:pt x="59" y="5"/>
                    </a:cubicBezTo>
                    <a:cubicBezTo>
                      <a:pt x="59" y="0"/>
                      <a:pt x="52" y="5"/>
                      <a:pt x="52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59" name="Freeform15"/>
              <p:cNvSpPr/>
              <p:nvPr/>
            </p:nvSpPr>
            <p:spPr bwMode="auto">
              <a:xfrm>
                <a:off x="8415" y="6908"/>
                <a:ext cx="29" cy="158"/>
              </a:xfrm>
              <a:custGeom>
                <a:avLst/>
                <a:gdLst>
                  <a:gd name="T0" fmla="*/ 0 w 8"/>
                  <a:gd name="T1" fmla="*/ 8 h 44"/>
                  <a:gd name="T2" fmla="*/ 0 w 8"/>
                  <a:gd name="T3" fmla="*/ 38 h 44"/>
                  <a:gd name="T4" fmla="*/ 8 w 8"/>
                  <a:gd name="T5" fmla="*/ 44 h 44"/>
                  <a:gd name="T6" fmla="*/ 8 w 8"/>
                  <a:gd name="T7" fmla="*/ 0 h 44"/>
                  <a:gd name="T8" fmla="*/ 0 w 8"/>
                  <a:gd name="T9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4">
                    <a:moveTo>
                      <a:pt x="0" y="8"/>
                    </a:moveTo>
                    <a:cubicBezTo>
                      <a:pt x="0" y="16"/>
                      <a:pt x="0" y="32"/>
                      <a:pt x="0" y="38"/>
                    </a:cubicBezTo>
                    <a:cubicBezTo>
                      <a:pt x="0" y="40"/>
                      <a:pt x="4" y="42"/>
                      <a:pt x="8" y="4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2"/>
                      <a:pt x="0" y="4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0" name="Freeform16"/>
              <p:cNvSpPr/>
              <p:nvPr/>
            </p:nvSpPr>
            <p:spPr bwMode="auto">
              <a:xfrm>
                <a:off x="8726" y="6862"/>
                <a:ext cx="83" cy="246"/>
              </a:xfrm>
              <a:custGeom>
                <a:avLst/>
                <a:gdLst>
                  <a:gd name="T0" fmla="*/ 10 w 23"/>
                  <a:gd name="T1" fmla="*/ 2 h 69"/>
                  <a:gd name="T2" fmla="*/ 2 w 23"/>
                  <a:gd name="T3" fmla="*/ 2 h 69"/>
                  <a:gd name="T4" fmla="*/ 2 w 23"/>
                  <a:gd name="T5" fmla="*/ 10 h 69"/>
                  <a:gd name="T6" fmla="*/ 12 w 23"/>
                  <a:gd name="T7" fmla="*/ 35 h 69"/>
                  <a:gd name="T8" fmla="*/ 2 w 23"/>
                  <a:gd name="T9" fmla="*/ 60 h 69"/>
                  <a:gd name="T10" fmla="*/ 2 w 23"/>
                  <a:gd name="T11" fmla="*/ 67 h 69"/>
                  <a:gd name="T12" fmla="*/ 6 w 23"/>
                  <a:gd name="T13" fmla="*/ 69 h 69"/>
                  <a:gd name="T14" fmla="*/ 10 w 23"/>
                  <a:gd name="T15" fmla="*/ 67 h 69"/>
                  <a:gd name="T16" fmla="*/ 23 w 23"/>
                  <a:gd name="T17" fmla="*/ 35 h 69"/>
                  <a:gd name="T18" fmla="*/ 10 w 23"/>
                  <a:gd name="T19" fmla="*/ 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10" y="2"/>
                    </a:moveTo>
                    <a:cubicBezTo>
                      <a:pt x="7" y="0"/>
                      <a:pt x="4" y="0"/>
                      <a:pt x="2" y="2"/>
                    </a:cubicBezTo>
                    <a:cubicBezTo>
                      <a:pt x="0" y="4"/>
                      <a:pt x="0" y="8"/>
                      <a:pt x="2" y="10"/>
                    </a:cubicBezTo>
                    <a:cubicBezTo>
                      <a:pt x="9" y="17"/>
                      <a:pt x="12" y="26"/>
                      <a:pt x="12" y="35"/>
                    </a:cubicBezTo>
                    <a:cubicBezTo>
                      <a:pt x="12" y="44"/>
                      <a:pt x="9" y="53"/>
                      <a:pt x="2" y="60"/>
                    </a:cubicBezTo>
                    <a:cubicBezTo>
                      <a:pt x="0" y="62"/>
                      <a:pt x="0" y="65"/>
                      <a:pt x="2" y="67"/>
                    </a:cubicBezTo>
                    <a:cubicBezTo>
                      <a:pt x="3" y="68"/>
                      <a:pt x="4" y="69"/>
                      <a:pt x="6" y="69"/>
                    </a:cubicBezTo>
                    <a:cubicBezTo>
                      <a:pt x="7" y="69"/>
                      <a:pt x="9" y="68"/>
                      <a:pt x="10" y="67"/>
                    </a:cubicBezTo>
                    <a:cubicBezTo>
                      <a:pt x="19" y="58"/>
                      <a:pt x="23" y="47"/>
                      <a:pt x="23" y="35"/>
                    </a:cubicBezTo>
                    <a:cubicBezTo>
                      <a:pt x="23" y="23"/>
                      <a:pt x="19" y="11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1" name="Freeform17"/>
              <p:cNvSpPr/>
              <p:nvPr/>
            </p:nvSpPr>
            <p:spPr bwMode="auto">
              <a:xfrm>
                <a:off x="8777" y="6801"/>
                <a:ext cx="110" cy="367"/>
              </a:xfrm>
              <a:custGeom>
                <a:avLst/>
                <a:gdLst>
                  <a:gd name="T0" fmla="*/ 10 w 31"/>
                  <a:gd name="T1" fmla="*/ 2 h 103"/>
                  <a:gd name="T2" fmla="*/ 3 w 31"/>
                  <a:gd name="T3" fmla="*/ 2 h 103"/>
                  <a:gd name="T4" fmla="*/ 3 w 31"/>
                  <a:gd name="T5" fmla="*/ 10 h 103"/>
                  <a:gd name="T6" fmla="*/ 20 w 31"/>
                  <a:gd name="T7" fmla="*/ 52 h 103"/>
                  <a:gd name="T8" fmla="*/ 3 w 31"/>
                  <a:gd name="T9" fmla="*/ 94 h 103"/>
                  <a:gd name="T10" fmla="*/ 3 w 31"/>
                  <a:gd name="T11" fmla="*/ 102 h 103"/>
                  <a:gd name="T12" fmla="*/ 6 w 31"/>
                  <a:gd name="T13" fmla="*/ 103 h 103"/>
                  <a:gd name="T14" fmla="*/ 10 w 31"/>
                  <a:gd name="T15" fmla="*/ 102 h 103"/>
                  <a:gd name="T16" fmla="*/ 31 w 31"/>
                  <a:gd name="T17" fmla="*/ 52 h 103"/>
                  <a:gd name="T18" fmla="*/ 10 w 31"/>
                  <a:gd name="T19" fmla="*/ 2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103">
                    <a:moveTo>
                      <a:pt x="10" y="2"/>
                    </a:moveTo>
                    <a:cubicBezTo>
                      <a:pt x="8" y="0"/>
                      <a:pt x="5" y="0"/>
                      <a:pt x="3" y="2"/>
                    </a:cubicBezTo>
                    <a:cubicBezTo>
                      <a:pt x="0" y="4"/>
                      <a:pt x="0" y="8"/>
                      <a:pt x="3" y="10"/>
                    </a:cubicBezTo>
                    <a:cubicBezTo>
                      <a:pt x="14" y="21"/>
                      <a:pt x="20" y="37"/>
                      <a:pt x="20" y="52"/>
                    </a:cubicBezTo>
                    <a:cubicBezTo>
                      <a:pt x="20" y="67"/>
                      <a:pt x="14" y="82"/>
                      <a:pt x="3" y="94"/>
                    </a:cubicBezTo>
                    <a:cubicBezTo>
                      <a:pt x="0" y="96"/>
                      <a:pt x="0" y="100"/>
                      <a:pt x="3" y="102"/>
                    </a:cubicBezTo>
                    <a:cubicBezTo>
                      <a:pt x="4" y="103"/>
                      <a:pt x="5" y="103"/>
                      <a:pt x="6" y="103"/>
                    </a:cubicBezTo>
                    <a:cubicBezTo>
                      <a:pt x="8" y="103"/>
                      <a:pt x="9" y="103"/>
                      <a:pt x="10" y="102"/>
                    </a:cubicBezTo>
                    <a:cubicBezTo>
                      <a:pt x="24" y="88"/>
                      <a:pt x="31" y="70"/>
                      <a:pt x="31" y="52"/>
                    </a:cubicBezTo>
                    <a:cubicBezTo>
                      <a:pt x="31" y="34"/>
                      <a:pt x="24" y="16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2" name="Freeform18"/>
              <p:cNvSpPr/>
              <p:nvPr/>
            </p:nvSpPr>
            <p:spPr bwMode="auto">
              <a:xfrm>
                <a:off x="8841" y="6739"/>
                <a:ext cx="134" cy="493"/>
              </a:xfrm>
              <a:custGeom>
                <a:avLst/>
                <a:gdLst>
                  <a:gd name="T0" fmla="*/ 10 w 38"/>
                  <a:gd name="T1" fmla="*/ 2 h 138"/>
                  <a:gd name="T2" fmla="*/ 2 w 38"/>
                  <a:gd name="T3" fmla="*/ 2 h 138"/>
                  <a:gd name="T4" fmla="*/ 2 w 38"/>
                  <a:gd name="T5" fmla="*/ 9 h 138"/>
                  <a:gd name="T6" fmla="*/ 27 w 38"/>
                  <a:gd name="T7" fmla="*/ 69 h 138"/>
                  <a:gd name="T8" fmla="*/ 2 w 38"/>
                  <a:gd name="T9" fmla="*/ 128 h 138"/>
                  <a:gd name="T10" fmla="*/ 2 w 38"/>
                  <a:gd name="T11" fmla="*/ 136 h 138"/>
                  <a:gd name="T12" fmla="*/ 6 w 38"/>
                  <a:gd name="T13" fmla="*/ 138 h 138"/>
                  <a:gd name="T14" fmla="*/ 10 w 38"/>
                  <a:gd name="T15" fmla="*/ 136 h 138"/>
                  <a:gd name="T16" fmla="*/ 38 w 38"/>
                  <a:gd name="T17" fmla="*/ 69 h 138"/>
                  <a:gd name="T18" fmla="*/ 10 w 38"/>
                  <a:gd name="T19" fmla="*/ 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" h="138">
                    <a:moveTo>
                      <a:pt x="10" y="2"/>
                    </a:moveTo>
                    <a:cubicBezTo>
                      <a:pt x="8" y="0"/>
                      <a:pt x="5" y="0"/>
                      <a:pt x="2" y="2"/>
                    </a:cubicBezTo>
                    <a:cubicBezTo>
                      <a:pt x="0" y="4"/>
                      <a:pt x="0" y="7"/>
                      <a:pt x="2" y="9"/>
                    </a:cubicBezTo>
                    <a:cubicBezTo>
                      <a:pt x="19" y="26"/>
                      <a:pt x="27" y="47"/>
                      <a:pt x="27" y="69"/>
                    </a:cubicBezTo>
                    <a:cubicBezTo>
                      <a:pt x="27" y="90"/>
                      <a:pt x="19" y="112"/>
                      <a:pt x="2" y="128"/>
                    </a:cubicBezTo>
                    <a:cubicBezTo>
                      <a:pt x="0" y="130"/>
                      <a:pt x="0" y="134"/>
                      <a:pt x="2" y="136"/>
                    </a:cubicBezTo>
                    <a:cubicBezTo>
                      <a:pt x="4" y="137"/>
                      <a:pt x="5" y="138"/>
                      <a:pt x="6" y="138"/>
                    </a:cubicBezTo>
                    <a:cubicBezTo>
                      <a:pt x="8" y="138"/>
                      <a:pt x="9" y="137"/>
                      <a:pt x="10" y="136"/>
                    </a:cubicBezTo>
                    <a:cubicBezTo>
                      <a:pt x="29" y="117"/>
                      <a:pt x="38" y="93"/>
                      <a:pt x="38" y="69"/>
                    </a:cubicBezTo>
                    <a:cubicBezTo>
                      <a:pt x="38" y="45"/>
                      <a:pt x="29" y="20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6610" y="7951"/>
              <a:ext cx="830" cy="617"/>
              <a:chOff x="5846" y="9195"/>
              <a:chExt cx="830" cy="617"/>
            </a:xfrm>
            <a:solidFill>
              <a:schemeClr val="bg1"/>
            </a:solidFill>
          </p:grpSpPr>
          <p:sp>
            <p:nvSpPr>
              <p:cNvPr id="36" name="Freeform 217"/>
              <p:cNvSpPr/>
              <p:nvPr/>
            </p:nvSpPr>
            <p:spPr bwMode="auto">
              <a:xfrm>
                <a:off x="5846" y="9756"/>
                <a:ext cx="831" cy="57"/>
              </a:xfrm>
              <a:custGeom>
                <a:avLst/>
                <a:gdLst>
                  <a:gd name="T0" fmla="*/ 192 w 192"/>
                  <a:gd name="T1" fmla="*/ 0 h 13"/>
                  <a:gd name="T2" fmla="*/ 126 w 192"/>
                  <a:gd name="T3" fmla="*/ 0 h 13"/>
                  <a:gd name="T4" fmla="*/ 123 w 192"/>
                  <a:gd name="T5" fmla="*/ 2 h 13"/>
                  <a:gd name="T6" fmla="*/ 69 w 192"/>
                  <a:gd name="T7" fmla="*/ 2 h 13"/>
                  <a:gd name="T8" fmla="*/ 67 w 192"/>
                  <a:gd name="T9" fmla="*/ 0 h 13"/>
                  <a:gd name="T10" fmla="*/ 0 w 192"/>
                  <a:gd name="T11" fmla="*/ 0 h 13"/>
                  <a:gd name="T12" fmla="*/ 0 w 192"/>
                  <a:gd name="T13" fmla="*/ 1 h 13"/>
                  <a:gd name="T14" fmla="*/ 0 w 192"/>
                  <a:gd name="T15" fmla="*/ 4 h 13"/>
                  <a:gd name="T16" fmla="*/ 9 w 192"/>
                  <a:gd name="T17" fmla="*/ 13 h 13"/>
                  <a:gd name="T18" fmla="*/ 183 w 192"/>
                  <a:gd name="T19" fmla="*/ 13 h 13"/>
                  <a:gd name="T20" fmla="*/ 192 w 192"/>
                  <a:gd name="T21" fmla="*/ 4 h 13"/>
                  <a:gd name="T22" fmla="*/ 192 w 192"/>
                  <a:gd name="T23" fmla="*/ 1 h 13"/>
                  <a:gd name="T24" fmla="*/ 192 w 192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2" h="13">
                    <a:moveTo>
                      <a:pt x="192" y="0"/>
                    </a:moveTo>
                    <a:cubicBezTo>
                      <a:pt x="126" y="0"/>
                      <a:pt x="126" y="0"/>
                      <a:pt x="126" y="0"/>
                    </a:cubicBezTo>
                    <a:cubicBezTo>
                      <a:pt x="126" y="1"/>
                      <a:pt x="124" y="2"/>
                      <a:pt x="123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8" y="2"/>
                      <a:pt x="67" y="1"/>
                      <a:pt x="6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83" y="13"/>
                      <a:pt x="183" y="13"/>
                      <a:pt x="183" y="13"/>
                    </a:cubicBezTo>
                    <a:cubicBezTo>
                      <a:pt x="188" y="13"/>
                      <a:pt x="192" y="9"/>
                      <a:pt x="192" y="4"/>
                    </a:cubicBezTo>
                    <a:cubicBezTo>
                      <a:pt x="192" y="1"/>
                      <a:pt x="192" y="1"/>
                      <a:pt x="192" y="1"/>
                    </a:cubicBezTo>
                    <a:cubicBezTo>
                      <a:pt x="192" y="1"/>
                      <a:pt x="192" y="0"/>
                      <a:pt x="1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7" name="Freeform 218"/>
              <p:cNvSpPr/>
              <p:nvPr/>
            </p:nvSpPr>
            <p:spPr bwMode="auto">
              <a:xfrm>
                <a:off x="6235" y="9299"/>
                <a:ext cx="83" cy="37"/>
              </a:xfrm>
              <a:custGeom>
                <a:avLst/>
                <a:gdLst>
                  <a:gd name="T0" fmla="*/ 0 w 19"/>
                  <a:gd name="T1" fmla="*/ 0 h 9"/>
                  <a:gd name="T2" fmla="*/ 0 w 19"/>
                  <a:gd name="T3" fmla="*/ 0 h 9"/>
                  <a:gd name="T4" fmla="*/ 9 w 19"/>
                  <a:gd name="T5" fmla="*/ 9 h 9"/>
                  <a:gd name="T6" fmla="*/ 9 w 19"/>
                  <a:gd name="T7" fmla="*/ 9 h 9"/>
                  <a:gd name="T8" fmla="*/ 19 w 19"/>
                  <a:gd name="T9" fmla="*/ 0 h 9"/>
                  <a:gd name="T10" fmla="*/ 0 w 19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9" y="0"/>
                      <a:pt x="19" y="0"/>
                      <a:pt x="1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8" name="Freeform 219"/>
              <p:cNvSpPr/>
              <p:nvPr/>
            </p:nvSpPr>
            <p:spPr bwMode="auto">
              <a:xfrm>
                <a:off x="5911" y="9299"/>
                <a:ext cx="700" cy="439"/>
              </a:xfrm>
              <a:custGeom>
                <a:avLst/>
                <a:gdLst>
                  <a:gd name="T0" fmla="*/ 158 w 162"/>
                  <a:gd name="T1" fmla="*/ 0 h 102"/>
                  <a:gd name="T2" fmla="*/ 130 w 162"/>
                  <a:gd name="T3" fmla="*/ 0 h 102"/>
                  <a:gd name="T4" fmla="*/ 124 w 162"/>
                  <a:gd name="T5" fmla="*/ 9 h 102"/>
                  <a:gd name="T6" fmla="*/ 152 w 162"/>
                  <a:gd name="T7" fmla="*/ 9 h 102"/>
                  <a:gd name="T8" fmla="*/ 152 w 162"/>
                  <a:gd name="T9" fmla="*/ 92 h 102"/>
                  <a:gd name="T10" fmla="*/ 10 w 162"/>
                  <a:gd name="T11" fmla="*/ 92 h 102"/>
                  <a:gd name="T12" fmla="*/ 10 w 162"/>
                  <a:gd name="T13" fmla="*/ 9 h 102"/>
                  <a:gd name="T14" fmla="*/ 25 w 162"/>
                  <a:gd name="T15" fmla="*/ 9 h 102"/>
                  <a:gd name="T16" fmla="*/ 21 w 162"/>
                  <a:gd name="T17" fmla="*/ 0 h 102"/>
                  <a:gd name="T18" fmla="*/ 4 w 162"/>
                  <a:gd name="T19" fmla="*/ 0 h 102"/>
                  <a:gd name="T20" fmla="*/ 0 w 162"/>
                  <a:gd name="T21" fmla="*/ 4 h 102"/>
                  <a:gd name="T22" fmla="*/ 0 w 162"/>
                  <a:gd name="T23" fmla="*/ 98 h 102"/>
                  <a:gd name="T24" fmla="*/ 4 w 162"/>
                  <a:gd name="T25" fmla="*/ 102 h 102"/>
                  <a:gd name="T26" fmla="*/ 158 w 162"/>
                  <a:gd name="T27" fmla="*/ 102 h 102"/>
                  <a:gd name="T28" fmla="*/ 162 w 162"/>
                  <a:gd name="T29" fmla="*/ 98 h 102"/>
                  <a:gd name="T30" fmla="*/ 162 w 162"/>
                  <a:gd name="T31" fmla="*/ 4 h 102"/>
                  <a:gd name="T32" fmla="*/ 158 w 162"/>
                  <a:gd name="T33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2" h="102">
                    <a:moveTo>
                      <a:pt x="158" y="0"/>
                    </a:moveTo>
                    <a:cubicBezTo>
                      <a:pt x="130" y="0"/>
                      <a:pt x="130" y="0"/>
                      <a:pt x="130" y="0"/>
                    </a:cubicBezTo>
                    <a:cubicBezTo>
                      <a:pt x="124" y="9"/>
                      <a:pt x="124" y="9"/>
                      <a:pt x="124" y="9"/>
                    </a:cubicBezTo>
                    <a:cubicBezTo>
                      <a:pt x="152" y="9"/>
                      <a:pt x="152" y="9"/>
                      <a:pt x="152" y="9"/>
                    </a:cubicBezTo>
                    <a:cubicBezTo>
                      <a:pt x="152" y="92"/>
                      <a:pt x="152" y="92"/>
                      <a:pt x="152" y="92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3" y="6"/>
                      <a:pt x="22" y="3"/>
                      <a:pt x="2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00"/>
                      <a:pt x="2" y="102"/>
                      <a:pt x="4" y="102"/>
                    </a:cubicBezTo>
                    <a:cubicBezTo>
                      <a:pt x="158" y="102"/>
                      <a:pt x="158" y="102"/>
                      <a:pt x="158" y="102"/>
                    </a:cubicBezTo>
                    <a:cubicBezTo>
                      <a:pt x="160" y="102"/>
                      <a:pt x="162" y="100"/>
                      <a:pt x="162" y="98"/>
                    </a:cubicBezTo>
                    <a:cubicBezTo>
                      <a:pt x="162" y="4"/>
                      <a:pt x="162" y="4"/>
                      <a:pt x="162" y="4"/>
                    </a:cubicBezTo>
                    <a:cubicBezTo>
                      <a:pt x="162" y="2"/>
                      <a:pt x="160" y="0"/>
                      <a:pt x="1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2" name="Freeform 220"/>
              <p:cNvSpPr/>
              <p:nvPr/>
            </p:nvSpPr>
            <p:spPr bwMode="auto">
              <a:xfrm>
                <a:off x="6033" y="9195"/>
                <a:ext cx="461" cy="452"/>
              </a:xfrm>
              <a:custGeom>
                <a:avLst/>
                <a:gdLst>
                  <a:gd name="T0" fmla="*/ 100 w 107"/>
                  <a:gd name="T1" fmla="*/ 72 h 105"/>
                  <a:gd name="T2" fmla="*/ 79 w 107"/>
                  <a:gd name="T3" fmla="*/ 68 h 105"/>
                  <a:gd name="T4" fmla="*/ 62 w 107"/>
                  <a:gd name="T5" fmla="*/ 51 h 105"/>
                  <a:gd name="T6" fmla="*/ 84 w 107"/>
                  <a:gd name="T7" fmla="*/ 30 h 105"/>
                  <a:gd name="T8" fmla="*/ 89 w 107"/>
                  <a:gd name="T9" fmla="*/ 29 h 105"/>
                  <a:gd name="T10" fmla="*/ 100 w 107"/>
                  <a:gd name="T11" fmla="*/ 13 h 105"/>
                  <a:gd name="T12" fmla="*/ 94 w 107"/>
                  <a:gd name="T13" fmla="*/ 7 h 105"/>
                  <a:gd name="T14" fmla="*/ 78 w 107"/>
                  <a:gd name="T15" fmla="*/ 18 h 105"/>
                  <a:gd name="T16" fmla="*/ 77 w 107"/>
                  <a:gd name="T17" fmla="*/ 24 h 105"/>
                  <a:gd name="T18" fmla="*/ 56 w 107"/>
                  <a:gd name="T19" fmla="*/ 45 h 105"/>
                  <a:gd name="T20" fmla="*/ 38 w 107"/>
                  <a:gd name="T21" fmla="*/ 26 h 105"/>
                  <a:gd name="T22" fmla="*/ 34 w 107"/>
                  <a:gd name="T23" fmla="*/ 6 h 105"/>
                  <a:gd name="T24" fmla="*/ 21 w 107"/>
                  <a:gd name="T25" fmla="*/ 0 h 105"/>
                  <a:gd name="T26" fmla="*/ 29 w 107"/>
                  <a:gd name="T27" fmla="*/ 8 h 105"/>
                  <a:gd name="T28" fmla="*/ 26 w 107"/>
                  <a:gd name="T29" fmla="*/ 21 h 105"/>
                  <a:gd name="T30" fmla="*/ 13 w 107"/>
                  <a:gd name="T31" fmla="*/ 25 h 105"/>
                  <a:gd name="T32" fmla="*/ 2 w 107"/>
                  <a:gd name="T33" fmla="*/ 14 h 105"/>
                  <a:gd name="T34" fmla="*/ 7 w 107"/>
                  <a:gd name="T35" fmla="*/ 33 h 105"/>
                  <a:gd name="T36" fmla="*/ 27 w 107"/>
                  <a:gd name="T37" fmla="*/ 37 h 105"/>
                  <a:gd name="T38" fmla="*/ 43 w 107"/>
                  <a:gd name="T39" fmla="*/ 53 h 105"/>
                  <a:gd name="T40" fmla="*/ 9 w 107"/>
                  <a:gd name="T41" fmla="*/ 88 h 105"/>
                  <a:gd name="T42" fmla="*/ 9 w 107"/>
                  <a:gd name="T43" fmla="*/ 98 h 105"/>
                  <a:gd name="T44" fmla="*/ 9 w 107"/>
                  <a:gd name="T45" fmla="*/ 98 h 105"/>
                  <a:gd name="T46" fmla="*/ 19 w 107"/>
                  <a:gd name="T47" fmla="*/ 98 h 105"/>
                  <a:gd name="T48" fmla="*/ 54 w 107"/>
                  <a:gd name="T49" fmla="*/ 64 h 105"/>
                  <a:gd name="T50" fmla="*/ 69 w 107"/>
                  <a:gd name="T51" fmla="*/ 79 h 105"/>
                  <a:gd name="T52" fmla="*/ 73 w 107"/>
                  <a:gd name="T53" fmla="*/ 99 h 105"/>
                  <a:gd name="T54" fmla="*/ 89 w 107"/>
                  <a:gd name="T55" fmla="*/ 105 h 105"/>
                  <a:gd name="T56" fmla="*/ 79 w 107"/>
                  <a:gd name="T57" fmla="*/ 94 h 105"/>
                  <a:gd name="T58" fmla="*/ 81 w 107"/>
                  <a:gd name="T59" fmla="*/ 84 h 105"/>
                  <a:gd name="T60" fmla="*/ 92 w 107"/>
                  <a:gd name="T61" fmla="*/ 81 h 105"/>
                  <a:gd name="T62" fmla="*/ 104 w 107"/>
                  <a:gd name="T63" fmla="*/ 93 h 105"/>
                  <a:gd name="T64" fmla="*/ 100 w 107"/>
                  <a:gd name="T65" fmla="*/ 7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7" h="105">
                    <a:moveTo>
                      <a:pt x="100" y="72"/>
                    </a:moveTo>
                    <a:cubicBezTo>
                      <a:pt x="94" y="67"/>
                      <a:pt x="86" y="65"/>
                      <a:pt x="79" y="68"/>
                    </a:cubicBezTo>
                    <a:cubicBezTo>
                      <a:pt x="62" y="51"/>
                      <a:pt x="62" y="51"/>
                      <a:pt x="62" y="51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100" y="13"/>
                      <a:pt x="100" y="13"/>
                      <a:pt x="100" y="13"/>
                    </a:cubicBezTo>
                    <a:cubicBezTo>
                      <a:pt x="94" y="7"/>
                      <a:pt x="94" y="7"/>
                      <a:pt x="94" y="7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7" y="24"/>
                      <a:pt x="77" y="24"/>
                      <a:pt x="77" y="24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41" y="20"/>
                      <a:pt x="39" y="11"/>
                      <a:pt x="34" y="6"/>
                    </a:cubicBezTo>
                    <a:cubicBezTo>
                      <a:pt x="30" y="2"/>
                      <a:pt x="26" y="1"/>
                      <a:pt x="21" y="0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20"/>
                      <a:pt x="1" y="28"/>
                      <a:pt x="7" y="33"/>
                    </a:cubicBezTo>
                    <a:cubicBezTo>
                      <a:pt x="12" y="38"/>
                      <a:pt x="20" y="40"/>
                      <a:pt x="27" y="37"/>
                    </a:cubicBezTo>
                    <a:cubicBezTo>
                      <a:pt x="43" y="53"/>
                      <a:pt x="43" y="53"/>
                      <a:pt x="43" y="53"/>
                    </a:cubicBezTo>
                    <a:cubicBezTo>
                      <a:pt x="9" y="88"/>
                      <a:pt x="9" y="88"/>
                      <a:pt x="9" y="88"/>
                    </a:cubicBezTo>
                    <a:cubicBezTo>
                      <a:pt x="6" y="91"/>
                      <a:pt x="6" y="95"/>
                      <a:pt x="9" y="98"/>
                    </a:cubicBezTo>
                    <a:cubicBezTo>
                      <a:pt x="9" y="98"/>
                      <a:pt x="9" y="98"/>
                      <a:pt x="9" y="98"/>
                    </a:cubicBezTo>
                    <a:cubicBezTo>
                      <a:pt x="12" y="101"/>
                      <a:pt x="17" y="101"/>
                      <a:pt x="19" y="98"/>
                    </a:cubicBezTo>
                    <a:cubicBezTo>
                      <a:pt x="54" y="64"/>
                      <a:pt x="54" y="64"/>
                      <a:pt x="54" y="64"/>
                    </a:cubicBezTo>
                    <a:cubicBezTo>
                      <a:pt x="69" y="79"/>
                      <a:pt x="69" y="79"/>
                      <a:pt x="69" y="79"/>
                    </a:cubicBezTo>
                    <a:cubicBezTo>
                      <a:pt x="66" y="86"/>
                      <a:pt x="67" y="94"/>
                      <a:pt x="73" y="99"/>
                    </a:cubicBezTo>
                    <a:cubicBezTo>
                      <a:pt x="77" y="104"/>
                      <a:pt x="83" y="105"/>
                      <a:pt x="89" y="105"/>
                    </a:cubicBezTo>
                    <a:cubicBezTo>
                      <a:pt x="79" y="94"/>
                      <a:pt x="79" y="94"/>
                      <a:pt x="79" y="94"/>
                    </a:cubicBezTo>
                    <a:cubicBezTo>
                      <a:pt x="81" y="84"/>
                      <a:pt x="81" y="84"/>
                      <a:pt x="81" y="84"/>
                    </a:cubicBezTo>
                    <a:cubicBezTo>
                      <a:pt x="92" y="81"/>
                      <a:pt x="92" y="81"/>
                      <a:pt x="92" y="81"/>
                    </a:cubicBezTo>
                    <a:cubicBezTo>
                      <a:pt x="104" y="93"/>
                      <a:pt x="104" y="93"/>
                      <a:pt x="104" y="93"/>
                    </a:cubicBezTo>
                    <a:cubicBezTo>
                      <a:pt x="107" y="86"/>
                      <a:pt x="105" y="78"/>
                      <a:pt x="100" y="7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34" name="Freeform 26"/>
            <p:cNvSpPr/>
            <p:nvPr/>
          </p:nvSpPr>
          <p:spPr bwMode="auto">
            <a:xfrm>
              <a:off x="16648" y="3249"/>
              <a:ext cx="747" cy="598"/>
            </a:xfrm>
            <a:custGeom>
              <a:avLst/>
              <a:gdLst>
                <a:gd name="T0" fmla="*/ 128 w 132"/>
                <a:gd name="T1" fmla="*/ 71 h 110"/>
                <a:gd name="T2" fmla="*/ 108 w 132"/>
                <a:gd name="T3" fmla="*/ 26 h 110"/>
                <a:gd name="T4" fmla="*/ 105 w 132"/>
                <a:gd name="T5" fmla="*/ 23 h 110"/>
                <a:gd name="T6" fmla="*/ 87 w 132"/>
                <a:gd name="T7" fmla="*/ 20 h 110"/>
                <a:gd name="T8" fmla="*/ 86 w 132"/>
                <a:gd name="T9" fmla="*/ 21 h 110"/>
                <a:gd name="T10" fmla="*/ 77 w 132"/>
                <a:gd name="T11" fmla="*/ 18 h 110"/>
                <a:gd name="T12" fmla="*/ 70 w 132"/>
                <a:gd name="T13" fmla="*/ 21 h 110"/>
                <a:gd name="T14" fmla="*/ 67 w 132"/>
                <a:gd name="T15" fmla="*/ 26 h 110"/>
                <a:gd name="T16" fmla="*/ 59 w 132"/>
                <a:gd name="T17" fmla="*/ 24 h 110"/>
                <a:gd name="T18" fmla="*/ 53 w 132"/>
                <a:gd name="T19" fmla="*/ 27 h 110"/>
                <a:gd name="T20" fmla="*/ 50 w 132"/>
                <a:gd name="T21" fmla="*/ 31 h 110"/>
                <a:gd name="T22" fmla="*/ 50 w 132"/>
                <a:gd name="T23" fmla="*/ 37 h 110"/>
                <a:gd name="T24" fmla="*/ 47 w 132"/>
                <a:gd name="T25" fmla="*/ 35 h 110"/>
                <a:gd name="T26" fmla="*/ 27 w 132"/>
                <a:gd name="T27" fmla="*/ 15 h 110"/>
                <a:gd name="T28" fmla="*/ 22 w 132"/>
                <a:gd name="T29" fmla="*/ 36 h 110"/>
                <a:gd name="T30" fmla="*/ 38 w 132"/>
                <a:gd name="T31" fmla="*/ 53 h 110"/>
                <a:gd name="T32" fmla="*/ 61 w 132"/>
                <a:gd name="T33" fmla="*/ 89 h 110"/>
                <a:gd name="T34" fmla="*/ 40 w 132"/>
                <a:gd name="T35" fmla="*/ 87 h 110"/>
                <a:gd name="T36" fmla="*/ 25 w 132"/>
                <a:gd name="T37" fmla="*/ 100 h 110"/>
                <a:gd name="T38" fmla="*/ 89 w 132"/>
                <a:gd name="T39" fmla="*/ 106 h 110"/>
                <a:gd name="T40" fmla="*/ 93 w 132"/>
                <a:gd name="T41" fmla="*/ 110 h 110"/>
                <a:gd name="T42" fmla="*/ 119 w 132"/>
                <a:gd name="T43" fmla="*/ 95 h 110"/>
                <a:gd name="T44" fmla="*/ 132 w 132"/>
                <a:gd name="T45" fmla="*/ 75 h 110"/>
                <a:gd name="T46" fmla="*/ 128 w 132"/>
                <a:gd name="T47" fmla="*/ 7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2" h="110">
                  <a:moveTo>
                    <a:pt x="128" y="71"/>
                  </a:moveTo>
                  <a:cubicBezTo>
                    <a:pt x="119" y="58"/>
                    <a:pt x="128" y="62"/>
                    <a:pt x="108" y="26"/>
                  </a:cubicBezTo>
                  <a:cubicBezTo>
                    <a:pt x="106" y="24"/>
                    <a:pt x="106" y="23"/>
                    <a:pt x="105" y="23"/>
                  </a:cubicBezTo>
                  <a:cubicBezTo>
                    <a:pt x="98" y="16"/>
                    <a:pt x="92" y="15"/>
                    <a:pt x="87" y="20"/>
                  </a:cubicBezTo>
                  <a:cubicBezTo>
                    <a:pt x="87" y="21"/>
                    <a:pt x="87" y="21"/>
                    <a:pt x="86" y="21"/>
                  </a:cubicBezTo>
                  <a:cubicBezTo>
                    <a:pt x="83" y="19"/>
                    <a:pt x="80" y="18"/>
                    <a:pt x="77" y="18"/>
                  </a:cubicBezTo>
                  <a:cubicBezTo>
                    <a:pt x="75" y="18"/>
                    <a:pt x="72" y="19"/>
                    <a:pt x="70" y="21"/>
                  </a:cubicBezTo>
                  <a:cubicBezTo>
                    <a:pt x="69" y="22"/>
                    <a:pt x="68" y="24"/>
                    <a:pt x="67" y="26"/>
                  </a:cubicBezTo>
                  <a:cubicBezTo>
                    <a:pt x="64" y="24"/>
                    <a:pt x="62" y="24"/>
                    <a:pt x="59" y="24"/>
                  </a:cubicBezTo>
                  <a:cubicBezTo>
                    <a:pt x="57" y="24"/>
                    <a:pt x="55" y="25"/>
                    <a:pt x="53" y="27"/>
                  </a:cubicBezTo>
                  <a:cubicBezTo>
                    <a:pt x="52" y="28"/>
                    <a:pt x="51" y="30"/>
                    <a:pt x="50" y="31"/>
                  </a:cubicBezTo>
                  <a:cubicBezTo>
                    <a:pt x="50" y="33"/>
                    <a:pt x="50" y="35"/>
                    <a:pt x="50" y="37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1" y="30"/>
                    <a:pt x="27" y="15"/>
                  </a:cubicBezTo>
                  <a:cubicBezTo>
                    <a:pt x="14" y="0"/>
                    <a:pt x="0" y="12"/>
                    <a:pt x="22" y="36"/>
                  </a:cubicBezTo>
                  <a:cubicBezTo>
                    <a:pt x="44" y="59"/>
                    <a:pt x="38" y="53"/>
                    <a:pt x="38" y="53"/>
                  </a:cubicBezTo>
                  <a:cubicBezTo>
                    <a:pt x="38" y="53"/>
                    <a:pt x="66" y="83"/>
                    <a:pt x="61" y="89"/>
                  </a:cubicBezTo>
                  <a:cubicBezTo>
                    <a:pt x="59" y="93"/>
                    <a:pt x="50" y="88"/>
                    <a:pt x="40" y="87"/>
                  </a:cubicBezTo>
                  <a:cubicBezTo>
                    <a:pt x="29" y="86"/>
                    <a:pt x="17" y="92"/>
                    <a:pt x="25" y="100"/>
                  </a:cubicBezTo>
                  <a:cubicBezTo>
                    <a:pt x="34" y="107"/>
                    <a:pt x="83" y="105"/>
                    <a:pt x="89" y="106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102" y="107"/>
                    <a:pt x="112" y="102"/>
                    <a:pt x="119" y="95"/>
                  </a:cubicBezTo>
                  <a:cubicBezTo>
                    <a:pt x="124" y="90"/>
                    <a:pt x="129" y="83"/>
                    <a:pt x="132" y="75"/>
                  </a:cubicBezTo>
                  <a:cubicBezTo>
                    <a:pt x="132" y="75"/>
                    <a:pt x="130" y="74"/>
                    <a:pt x="128" y="7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5" name="直角三角形 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直角三角形 17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  <a:endParaRPr lang="zh-CN" altLang="en-US" sz="3600" b="1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  <a:endParaRPr lang="zh-CN" altLang="en-US" sz="1200" dirty="0">
                <a:solidFill>
                  <a:srgbClr val="264D88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8255"/>
            <a:ext cx="12263120" cy="6936105"/>
            <a:chOff x="0" y="-13"/>
            <a:chExt cx="19312" cy="10923"/>
          </a:xfrm>
        </p:grpSpPr>
        <p:sp>
          <p:nvSpPr>
            <p:cNvPr id="2050" name="等腰三角形 6"/>
            <p:cNvSpPr>
              <a:spLocks noChangeArrowheads="1"/>
            </p:cNvSpPr>
            <p:nvPr/>
          </p:nvSpPr>
          <p:spPr bwMode="auto">
            <a:xfrm rot="16200000">
              <a:off x="11492" y="2837"/>
              <a:ext cx="10314" cy="5077"/>
            </a:xfrm>
            <a:prstGeom prst="triangle">
              <a:avLst>
                <a:gd name="adj" fmla="val 50000"/>
              </a:avLst>
            </a:prstGeom>
            <a:solidFill>
              <a:srgbClr val="1C4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anose="020B060402020209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053" name="直接连接符 15"/>
            <p:cNvSpPr>
              <a:spLocks noChangeAspect="1" noChangeShapeType="1"/>
            </p:cNvSpPr>
            <p:nvPr/>
          </p:nvSpPr>
          <p:spPr bwMode="auto">
            <a:xfrm flipH="1">
              <a:off x="14531" y="535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" name="直接连接符 16"/>
            <p:cNvSpPr>
              <a:spLocks noChangeAspect="1" noChangeShapeType="1"/>
            </p:cNvSpPr>
            <p:nvPr/>
          </p:nvSpPr>
          <p:spPr bwMode="auto">
            <a:xfrm>
              <a:off x="14545" y="5382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直接连接符 22"/>
            <p:cNvSpPr>
              <a:spLocks noChangeAspect="1" noChangeShapeType="1"/>
            </p:cNvSpPr>
            <p:nvPr/>
          </p:nvSpPr>
          <p:spPr bwMode="auto">
            <a:xfrm rot="16200000" flipH="1">
              <a:off x="8327" y="-54"/>
              <a:ext cx="5385" cy="5468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直接连接符 23"/>
            <p:cNvSpPr>
              <a:spLocks noChangeAspect="1" noChangeShapeType="1"/>
            </p:cNvSpPr>
            <p:nvPr/>
          </p:nvSpPr>
          <p:spPr bwMode="auto">
            <a:xfrm rot="16200000" flipH="1">
              <a:off x="8038" y="-53"/>
              <a:ext cx="5383" cy="5470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直接连接符 24"/>
            <p:cNvSpPr>
              <a:spLocks noChangeAspect="1" noChangeShapeType="1"/>
            </p:cNvSpPr>
            <p:nvPr/>
          </p:nvSpPr>
          <p:spPr bwMode="auto">
            <a:xfrm rot="5400000">
              <a:off x="8166" y="5328"/>
              <a:ext cx="5539" cy="5625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直接连接符 25"/>
            <p:cNvSpPr>
              <a:spLocks noChangeAspect="1" noChangeShapeType="1"/>
            </p:cNvSpPr>
            <p:nvPr/>
          </p:nvSpPr>
          <p:spPr bwMode="auto">
            <a:xfrm rot="5400000">
              <a:off x="7933" y="5328"/>
              <a:ext cx="5500" cy="5588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" name="图片 3" descr="千库网_大学校园教室_摄影图编号49875"/>
            <p:cNvPicPr>
              <a:picLocks noChangeAspect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>
            <a:xfrm>
              <a:off x="8876" y="5557"/>
              <a:ext cx="10306" cy="5243"/>
            </a:xfrm>
            <a:prstGeom prst="triangle">
              <a:avLst>
                <a:gd name="adj" fmla="val 50005"/>
              </a:avLst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>
            <a:xfrm flipV="1">
              <a:off x="8675" y="0"/>
              <a:ext cx="10531" cy="5370"/>
            </a:xfrm>
            <a:prstGeom prst="triangle">
              <a:avLst>
                <a:gd name="adj" fmla="val 50356"/>
              </a:avLst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242" y="878"/>
              <a:ext cx="823" cy="823"/>
              <a:chOff x="1302" y="998"/>
              <a:chExt cx="1982" cy="1982"/>
            </a:xfrm>
          </p:grpSpPr>
          <p:sp>
            <p:nvSpPr>
              <p:cNvPr id="9" name="Oval 2287"/>
              <p:cNvSpPr/>
              <p:nvPr/>
            </p:nvSpPr>
            <p:spPr>
              <a:xfrm>
                <a:off x="1302" y="998"/>
                <a:ext cx="1982" cy="19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sp>
            <p:nvSpPr>
              <p:cNvPr id="25" name="Oval 2287"/>
              <p:cNvSpPr/>
              <p:nvPr/>
            </p:nvSpPr>
            <p:spPr>
              <a:xfrm>
                <a:off x="1435" y="1130"/>
                <a:ext cx="1717" cy="1717"/>
              </a:xfrm>
              <a:prstGeom prst="ellipse">
                <a:avLst/>
              </a:prstGeom>
              <a:solidFill>
                <a:srgbClr val="1C4F90"/>
              </a:soli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pic>
            <p:nvPicPr>
              <p:cNvPr id="10" name="图片 9" descr="343435383036383b343533323532303bb1cfd2b5d4bad0a3"/>
              <p:cNvPicPr>
                <a:picLocks noChangeAspect="1"/>
              </p:cNvPicPr>
              <p:nvPr/>
            </p:nvPicPr>
            <p:blipFill>
              <a:blip r:embed="rId3" cstate="email"/>
              <a:stretch>
                <a:fillRect/>
              </a:stretch>
            </p:blipFill>
            <p:spPr>
              <a:xfrm>
                <a:off x="1729" y="1449"/>
                <a:ext cx="1050" cy="1050"/>
              </a:xfrm>
              <a:prstGeom prst="rect">
                <a:avLst/>
              </a:prstGeom>
            </p:spPr>
          </p:pic>
        </p:grpSp>
        <p:grpSp>
          <p:nvGrpSpPr>
            <p:cNvPr id="13" name="组合 12"/>
            <p:cNvGrpSpPr/>
            <p:nvPr/>
          </p:nvGrpSpPr>
          <p:grpSpPr>
            <a:xfrm>
              <a:off x="1002" y="3334"/>
              <a:ext cx="10069" cy="4134"/>
              <a:chOff x="982" y="3395"/>
              <a:chExt cx="10069" cy="4134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982" y="3395"/>
                <a:ext cx="9888" cy="2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谢谢您的观赏</a:t>
                </a:r>
                <a:endPara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8" name="文本框 27"/>
              <p:cNvSpPr txBox="1"/>
              <p:nvPr userDrawn="1"/>
            </p:nvSpPr>
            <p:spPr>
              <a:xfrm>
                <a:off x="1162" y="5477"/>
                <a:ext cx="9889" cy="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content.</a:t>
                </a:r>
                <a:endPara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29" name="文本框 28"/>
              <p:cNvSpPr txBox="1"/>
              <p:nvPr userDrawn="1"/>
            </p:nvSpPr>
            <p:spPr>
              <a:xfrm>
                <a:off x="1320" y="6993"/>
                <a:ext cx="2860" cy="536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答辩人：第一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PPT</a:t>
                </a:r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sp>
            <p:nvSpPr>
              <p:cNvPr id="30" name="文本框 29"/>
              <p:cNvSpPr txBox="1"/>
              <p:nvPr userDrawn="1"/>
            </p:nvSpPr>
            <p:spPr>
              <a:xfrm>
                <a:off x="5000" y="6993"/>
                <a:ext cx="2498" cy="535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院校：第一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PPT</a:t>
                </a:r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211" y="1048"/>
              <a:ext cx="286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教育学院</a:t>
              </a:r>
              <a:endParaRPr lang="zh-CN" altLang="en-US" sz="1400" dirty="0">
                <a:solidFill>
                  <a:srgbClr val="1C4F9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>
              <a:off x="0" y="9777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/>
          </p:nvSpPr>
          <p:spPr>
            <a:xfrm flipV="1">
              <a:off x="0" y="-12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993" y="1620"/>
              <a:ext cx="1163" cy="751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2">
                      <a:lumMod val="85000"/>
                      <a:alpha val="12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REPLY TO REPORT</a:t>
              </a:r>
              <a:endParaRPr lang="zh-CN" altLang="en-US" sz="3600" dirty="0">
                <a:solidFill>
                  <a:schemeClr val="bg2">
                    <a:lumMod val="85000"/>
                    <a:alpha val="12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TABLE_ENDDRAG_ORIGIN_RECT" val="331*162"/>
  <p:tag name="TABLE_ENDDRAG_RECT" val="26*317*331*162"/>
</p:tagLst>
</file>

<file path=ppt/tags/tag6.xml><?xml version="1.0" encoding="utf-8"?>
<p:tagLst xmlns:p="http://schemas.openxmlformats.org/presentationml/2006/main">
  <p:tag name="TABLE_ENDDRAG_ORIGIN_RECT" val="331*172"/>
  <p:tag name="TABLE_ENDDRAG_RECT" val="584*317*331*172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TABLE_ENDDRAG_ORIGIN_RECT" val="359*223"/>
  <p:tag name="TABLE_ENDDRAG_RECT" val="546*56*360*223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TABLE_ENDDRAG_ORIGIN_RECT" val="473*241"/>
  <p:tag name="TABLE_ENDDRAG_RECT" val="467*281*473*24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14255</Words>
  <Application>WPS 文字</Application>
  <PresentationFormat>宽屏</PresentationFormat>
  <Paragraphs>1840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汉仪旗黑</vt:lpstr>
      <vt:lpstr>Wingdings</vt:lpstr>
      <vt:lpstr>思源宋体</vt:lpstr>
      <vt:lpstr>思源宋体 CN Heavy</vt:lpstr>
      <vt:lpstr>汉仪书宋二KW</vt:lpstr>
      <vt:lpstr>Aharoni</vt:lpstr>
      <vt:lpstr>字魂95号-手刻宋</vt:lpstr>
      <vt:lpstr>微软雅黑</vt:lpstr>
      <vt:lpstr>Consolas</vt:lpstr>
      <vt:lpstr>宋体</vt:lpstr>
      <vt:lpstr>Arial Unicode MS</vt:lpstr>
      <vt:lpstr>等线</vt:lpstr>
      <vt:lpstr>汉仪中等线KW</vt:lpstr>
      <vt:lpstr>Calibri</vt:lpstr>
      <vt:lpstr>Helvetica Neue</vt:lpstr>
      <vt:lpstr>Source Han Sans K Medium</vt:lpstr>
      <vt:lpstr>汉仪井柏然体简</vt:lpstr>
      <vt:lpstr>宋体-简</vt:lpstr>
      <vt:lpstr>Thonburi</vt:lpstr>
      <vt:lpstr>冬青黑体简体中文</vt:lpstr>
      <vt:lpstr>华文宋体</vt:lpstr>
      <vt:lpstr>Aharoni</vt:lpstr>
      <vt:lpstr>Consolas</vt:lpstr>
      <vt:lpstr>Source Han Sans K Medium</vt:lpstr>
      <vt:lpstr>字魂95号-手刻宋</vt:lpstr>
      <vt:lpstr>微软雅黑</vt:lpstr>
      <vt:lpstr>思源宋体</vt:lpstr>
      <vt:lpstr>思源宋体 CN Heavy</vt:lpstr>
      <vt:lpstr>汉仪井柏然体简</vt:lpstr>
      <vt:lpstr>苹方-简</vt:lpstr>
      <vt:lpstr>儷宋 Pro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毕业论文答辩</dc:title>
  <dc:creator>第一PPT，www.1ppt.com</dc:creator>
  <cp:keywords>www.1ppt.com</cp:keywords>
  <dc:description>第一PPT</dc:description>
  <cp:lastModifiedBy>Giao。</cp:lastModifiedBy>
  <cp:revision>225</cp:revision>
  <dcterms:created xsi:type="dcterms:W3CDTF">2026-06-14T09:07:33Z</dcterms:created>
  <dcterms:modified xsi:type="dcterms:W3CDTF">2026-06-14T09:07:33Z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2052-12.1.24703.24703</vt:lpwstr>
  </property>
  <property fmtid="{D5CDD505-2E9C-101B-9397-08002B2CF9AE}" pid="3" name="ICV">
    <vt:lpwstr>C243B4C3D7724440B15AAB12437EF466</vt:lpwstr>
  </property>
</Properties>
</file>